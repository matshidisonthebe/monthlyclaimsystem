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9" r:id="rId10"/>
    <p:sldId id="270" r:id="rId11"/>
    <p:sldId id="263" r:id="rId12"/>
    <p:sldId id="264" r:id="rId13"/>
    <p:sldId id="265" r:id="rId14"/>
    <p:sldId id="266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67" r:id="rId26"/>
    <p:sldId id="281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67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Relationship Id="rId14" Type="http://schemas.openxmlformats.org/officeDocument/2006/relationships/image" Target="../media/image17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Relationship Id="rId14" Type="http://schemas.openxmlformats.org/officeDocument/2006/relationships/image" Target="../media/image17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1131C08-9759-4F93-B121-E0518038D1D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EF3AC04-68E5-4939-BDF2-4F846F5361FB}">
      <dgm:prSet/>
      <dgm:spPr/>
      <dgm:t>
        <a:bodyPr/>
        <a:lstStyle/>
        <a:p>
          <a:r>
            <a:rPr lang="en-US"/>
            <a:t>End-to-End Process:</a:t>
          </a:r>
        </a:p>
      </dgm:t>
    </dgm:pt>
    <dgm:pt modelId="{9785F474-8DDB-413C-A4BD-7D0EAD962D48}" type="parTrans" cxnId="{47F870BE-FB74-45BC-AE40-5C3FF7AB502A}">
      <dgm:prSet/>
      <dgm:spPr/>
      <dgm:t>
        <a:bodyPr/>
        <a:lstStyle/>
        <a:p>
          <a:endParaRPr lang="en-US"/>
        </a:p>
      </dgm:t>
    </dgm:pt>
    <dgm:pt modelId="{5B017CF4-7607-4CC8-B2B8-173C3F9DB82F}" type="sibTrans" cxnId="{47F870BE-FB74-45BC-AE40-5C3FF7AB502A}">
      <dgm:prSet/>
      <dgm:spPr/>
      <dgm:t>
        <a:bodyPr/>
        <a:lstStyle/>
        <a:p>
          <a:endParaRPr lang="en-US"/>
        </a:p>
      </dgm:t>
    </dgm:pt>
    <dgm:pt modelId="{5EE1C9B3-F995-4171-B798-DBE3E5A7E144}">
      <dgm:prSet/>
      <dgm:spPr/>
      <dgm:t>
        <a:bodyPr/>
        <a:lstStyle/>
        <a:p>
          <a:r>
            <a:rPr lang="en-US"/>
            <a:t>1. Lecturer registration and login</a:t>
          </a:r>
        </a:p>
      </dgm:t>
    </dgm:pt>
    <dgm:pt modelId="{F5312932-7109-423D-9905-162DBD3CFFF9}" type="parTrans" cxnId="{54EEC3FA-C33E-4B6E-8453-7B57AF94FEF9}">
      <dgm:prSet/>
      <dgm:spPr/>
      <dgm:t>
        <a:bodyPr/>
        <a:lstStyle/>
        <a:p>
          <a:endParaRPr lang="en-US"/>
        </a:p>
      </dgm:t>
    </dgm:pt>
    <dgm:pt modelId="{9F969C25-C8DA-4779-B6A1-AFFAB9A8EB04}" type="sibTrans" cxnId="{54EEC3FA-C33E-4B6E-8453-7B57AF94FEF9}">
      <dgm:prSet/>
      <dgm:spPr/>
      <dgm:t>
        <a:bodyPr/>
        <a:lstStyle/>
        <a:p>
          <a:endParaRPr lang="en-US"/>
        </a:p>
      </dgm:t>
    </dgm:pt>
    <dgm:pt modelId="{8B3DDE05-3B9C-4627-B23C-D655745A8531}">
      <dgm:prSet/>
      <dgm:spPr/>
      <dgm:t>
        <a:bodyPr/>
        <a:lstStyle/>
        <a:p>
          <a:r>
            <a:rPr lang="en-US"/>
            <a:t>2. Claim submission with auto-calculation</a:t>
          </a:r>
        </a:p>
      </dgm:t>
    </dgm:pt>
    <dgm:pt modelId="{802A50C1-CE0F-41CE-BBF5-D2844ACFF469}" type="parTrans" cxnId="{2A1A3D1F-BB74-4E16-B468-07B029E5FF9E}">
      <dgm:prSet/>
      <dgm:spPr/>
      <dgm:t>
        <a:bodyPr/>
        <a:lstStyle/>
        <a:p>
          <a:endParaRPr lang="en-US"/>
        </a:p>
      </dgm:t>
    </dgm:pt>
    <dgm:pt modelId="{B9C919AE-80D0-480B-8C25-D39045FD6748}" type="sibTrans" cxnId="{2A1A3D1F-BB74-4E16-B468-07B029E5FF9E}">
      <dgm:prSet/>
      <dgm:spPr/>
      <dgm:t>
        <a:bodyPr/>
        <a:lstStyle/>
        <a:p>
          <a:endParaRPr lang="en-US"/>
        </a:p>
      </dgm:t>
    </dgm:pt>
    <dgm:pt modelId="{7583562E-DB8B-4808-BC34-A4A7B8CF4AA1}">
      <dgm:prSet/>
      <dgm:spPr/>
      <dgm:t>
        <a:bodyPr/>
        <a:lstStyle/>
        <a:p>
          <a:r>
            <a:rPr lang="en-US"/>
            <a:t>3. Coordinator review and validation</a:t>
          </a:r>
        </a:p>
      </dgm:t>
    </dgm:pt>
    <dgm:pt modelId="{56525479-B48F-4454-8DA6-D9F663349DAA}" type="parTrans" cxnId="{334513C8-2389-447D-AC65-F72D47A06CC4}">
      <dgm:prSet/>
      <dgm:spPr/>
      <dgm:t>
        <a:bodyPr/>
        <a:lstStyle/>
        <a:p>
          <a:endParaRPr lang="en-US"/>
        </a:p>
      </dgm:t>
    </dgm:pt>
    <dgm:pt modelId="{1C5847E1-0DA9-40DD-938C-CB9A96DC8838}" type="sibTrans" cxnId="{334513C8-2389-447D-AC65-F72D47A06CC4}">
      <dgm:prSet/>
      <dgm:spPr/>
      <dgm:t>
        <a:bodyPr/>
        <a:lstStyle/>
        <a:p>
          <a:endParaRPr lang="en-US"/>
        </a:p>
      </dgm:t>
    </dgm:pt>
    <dgm:pt modelId="{2E166D2E-4880-4A37-AEA6-C1D79D82C1E2}">
      <dgm:prSet/>
      <dgm:spPr/>
      <dgm:t>
        <a:bodyPr/>
        <a:lstStyle/>
        <a:p>
          <a:r>
            <a:rPr lang="en-US"/>
            <a:t>4. Manager final approval</a:t>
          </a:r>
        </a:p>
      </dgm:t>
    </dgm:pt>
    <dgm:pt modelId="{CDF0D1BE-22EF-4EF6-8B4C-1F4406798ACE}" type="parTrans" cxnId="{9C6956CA-3EB9-4532-963C-E884164C2033}">
      <dgm:prSet/>
      <dgm:spPr/>
      <dgm:t>
        <a:bodyPr/>
        <a:lstStyle/>
        <a:p>
          <a:endParaRPr lang="en-US"/>
        </a:p>
      </dgm:t>
    </dgm:pt>
    <dgm:pt modelId="{AC0B49E2-CEBE-47AE-86A8-4C8F39DD2525}" type="sibTrans" cxnId="{9C6956CA-3EB9-4532-963C-E884164C2033}">
      <dgm:prSet/>
      <dgm:spPr/>
      <dgm:t>
        <a:bodyPr/>
        <a:lstStyle/>
        <a:p>
          <a:endParaRPr lang="en-US"/>
        </a:p>
      </dgm:t>
    </dgm:pt>
    <dgm:pt modelId="{1BD025A1-76E8-47CF-BFF0-8AEE4B9EDD3E}">
      <dgm:prSet/>
      <dgm:spPr/>
      <dgm:t>
        <a:bodyPr/>
        <a:lstStyle/>
        <a:p>
          <a:r>
            <a:rPr lang="en-US"/>
            <a:t>5. HR processing and reporting</a:t>
          </a:r>
        </a:p>
      </dgm:t>
    </dgm:pt>
    <dgm:pt modelId="{DF48D306-2B3F-4A53-AE51-4F3091772EA8}" type="parTrans" cxnId="{C26D1996-08FB-4FC5-974C-048E0EDBFBBD}">
      <dgm:prSet/>
      <dgm:spPr/>
      <dgm:t>
        <a:bodyPr/>
        <a:lstStyle/>
        <a:p>
          <a:endParaRPr lang="en-US"/>
        </a:p>
      </dgm:t>
    </dgm:pt>
    <dgm:pt modelId="{E9A1CE92-B6ED-485D-9A29-5921FBB342D6}" type="sibTrans" cxnId="{C26D1996-08FB-4FC5-974C-048E0EDBFBBD}">
      <dgm:prSet/>
      <dgm:spPr/>
      <dgm:t>
        <a:bodyPr/>
        <a:lstStyle/>
        <a:p>
          <a:endParaRPr lang="en-US"/>
        </a:p>
      </dgm:t>
    </dgm:pt>
    <dgm:pt modelId="{9609799F-061E-403B-97D4-8B00897936BD}">
      <dgm:prSet/>
      <dgm:spPr/>
      <dgm:t>
        <a:bodyPr/>
        <a:lstStyle/>
        <a:p>
          <a:r>
            <a:rPr lang="en-US"/>
            <a:t>6. Continuous status tracking throughout</a:t>
          </a:r>
        </a:p>
      </dgm:t>
    </dgm:pt>
    <dgm:pt modelId="{BB2DC135-F699-4267-B7B9-EA65052F98E8}" type="parTrans" cxnId="{6E94B326-F576-48E9-88BB-D1053A0FABB5}">
      <dgm:prSet/>
      <dgm:spPr/>
      <dgm:t>
        <a:bodyPr/>
        <a:lstStyle/>
        <a:p>
          <a:endParaRPr lang="en-US"/>
        </a:p>
      </dgm:t>
    </dgm:pt>
    <dgm:pt modelId="{524839B8-DAE7-4205-B228-CC87A498E20A}" type="sibTrans" cxnId="{6E94B326-F576-48E9-88BB-D1053A0FABB5}">
      <dgm:prSet/>
      <dgm:spPr/>
      <dgm:t>
        <a:bodyPr/>
        <a:lstStyle/>
        <a:p>
          <a:endParaRPr lang="en-US"/>
        </a:p>
      </dgm:t>
    </dgm:pt>
    <dgm:pt modelId="{9D041A95-7D68-4357-A6AA-28CF61445BC8}" type="pres">
      <dgm:prSet presAssocID="{61131C08-9759-4F93-B121-E0518038D1D2}" presName="root" presStyleCnt="0">
        <dgm:presLayoutVars>
          <dgm:dir/>
          <dgm:resizeHandles val="exact"/>
        </dgm:presLayoutVars>
      </dgm:prSet>
      <dgm:spPr/>
    </dgm:pt>
    <dgm:pt modelId="{67646C4F-6BCD-4CC7-B716-73E0CBFFF29B}" type="pres">
      <dgm:prSet presAssocID="{FEF3AC04-68E5-4939-BDF2-4F846F5361FB}" presName="compNode" presStyleCnt="0"/>
      <dgm:spPr/>
    </dgm:pt>
    <dgm:pt modelId="{44BAE75D-264D-4782-8812-826B4DCFAD68}" type="pres">
      <dgm:prSet presAssocID="{FEF3AC04-68E5-4939-BDF2-4F846F5361FB}" presName="bgRect" presStyleLbl="bgShp" presStyleIdx="0" presStyleCnt="7"/>
      <dgm:spPr/>
    </dgm:pt>
    <dgm:pt modelId="{D2DA377E-9F7B-4C56-B81D-B6B70FEA7D0B}" type="pres">
      <dgm:prSet presAssocID="{FEF3AC04-68E5-4939-BDF2-4F846F5361FB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DBAFFD35-F911-48D5-8233-52154F55D18F}" type="pres">
      <dgm:prSet presAssocID="{FEF3AC04-68E5-4939-BDF2-4F846F5361FB}" presName="spaceRect" presStyleCnt="0"/>
      <dgm:spPr/>
    </dgm:pt>
    <dgm:pt modelId="{E116D490-EADA-4984-9620-DF2C1A45EA9B}" type="pres">
      <dgm:prSet presAssocID="{FEF3AC04-68E5-4939-BDF2-4F846F5361FB}" presName="parTx" presStyleLbl="revTx" presStyleIdx="0" presStyleCnt="7">
        <dgm:presLayoutVars>
          <dgm:chMax val="0"/>
          <dgm:chPref val="0"/>
        </dgm:presLayoutVars>
      </dgm:prSet>
      <dgm:spPr/>
    </dgm:pt>
    <dgm:pt modelId="{C460A9E4-4D76-4468-9242-280AA752A0FD}" type="pres">
      <dgm:prSet presAssocID="{5B017CF4-7607-4CC8-B2B8-173C3F9DB82F}" presName="sibTrans" presStyleCnt="0"/>
      <dgm:spPr/>
    </dgm:pt>
    <dgm:pt modelId="{1A159D48-D3D5-4892-A3D6-3D042FEF6564}" type="pres">
      <dgm:prSet presAssocID="{5EE1C9B3-F995-4171-B798-DBE3E5A7E144}" presName="compNode" presStyleCnt="0"/>
      <dgm:spPr/>
    </dgm:pt>
    <dgm:pt modelId="{8C1720B4-64C9-4D52-AED5-802AA3970DF8}" type="pres">
      <dgm:prSet presAssocID="{5EE1C9B3-F995-4171-B798-DBE3E5A7E144}" presName="bgRect" presStyleLbl="bgShp" presStyleIdx="1" presStyleCnt="7"/>
      <dgm:spPr/>
    </dgm:pt>
    <dgm:pt modelId="{B0F17477-F675-40E3-8FA8-4F8852885962}" type="pres">
      <dgm:prSet presAssocID="{5EE1C9B3-F995-4171-B798-DBE3E5A7E144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E9D1EE58-C0FC-44CC-B9B3-BA6FA42FC725}" type="pres">
      <dgm:prSet presAssocID="{5EE1C9B3-F995-4171-B798-DBE3E5A7E144}" presName="spaceRect" presStyleCnt="0"/>
      <dgm:spPr/>
    </dgm:pt>
    <dgm:pt modelId="{F174FF47-6373-4631-9F91-F22D1F7876CF}" type="pres">
      <dgm:prSet presAssocID="{5EE1C9B3-F995-4171-B798-DBE3E5A7E144}" presName="parTx" presStyleLbl="revTx" presStyleIdx="1" presStyleCnt="7">
        <dgm:presLayoutVars>
          <dgm:chMax val="0"/>
          <dgm:chPref val="0"/>
        </dgm:presLayoutVars>
      </dgm:prSet>
      <dgm:spPr/>
    </dgm:pt>
    <dgm:pt modelId="{C9AEAAC6-195F-4AAE-9857-1F3BC76DF42B}" type="pres">
      <dgm:prSet presAssocID="{9F969C25-C8DA-4779-B6A1-AFFAB9A8EB04}" presName="sibTrans" presStyleCnt="0"/>
      <dgm:spPr/>
    </dgm:pt>
    <dgm:pt modelId="{BAF3FD2C-F75B-4410-91D9-CFB2E64F0795}" type="pres">
      <dgm:prSet presAssocID="{8B3DDE05-3B9C-4627-B23C-D655745A8531}" presName="compNode" presStyleCnt="0"/>
      <dgm:spPr/>
    </dgm:pt>
    <dgm:pt modelId="{50BA8D8F-D25D-4F70-8940-CF8FEC39955E}" type="pres">
      <dgm:prSet presAssocID="{8B3DDE05-3B9C-4627-B23C-D655745A8531}" presName="bgRect" presStyleLbl="bgShp" presStyleIdx="2" presStyleCnt="7"/>
      <dgm:spPr/>
    </dgm:pt>
    <dgm:pt modelId="{80E8D7F0-66CE-4A99-BFBC-FE3244A7788E}" type="pres">
      <dgm:prSet presAssocID="{8B3DDE05-3B9C-4627-B23C-D655745A8531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B4474776-C21C-4A1D-B9C9-D3E7C0E7552D}" type="pres">
      <dgm:prSet presAssocID="{8B3DDE05-3B9C-4627-B23C-D655745A8531}" presName="spaceRect" presStyleCnt="0"/>
      <dgm:spPr/>
    </dgm:pt>
    <dgm:pt modelId="{A0F7BF3E-88B4-4D23-87EF-008BE3EF6C5A}" type="pres">
      <dgm:prSet presAssocID="{8B3DDE05-3B9C-4627-B23C-D655745A8531}" presName="parTx" presStyleLbl="revTx" presStyleIdx="2" presStyleCnt="7">
        <dgm:presLayoutVars>
          <dgm:chMax val="0"/>
          <dgm:chPref val="0"/>
        </dgm:presLayoutVars>
      </dgm:prSet>
      <dgm:spPr/>
    </dgm:pt>
    <dgm:pt modelId="{D0C2B646-13F0-4F37-8C13-F446FB18201B}" type="pres">
      <dgm:prSet presAssocID="{B9C919AE-80D0-480B-8C25-D39045FD6748}" presName="sibTrans" presStyleCnt="0"/>
      <dgm:spPr/>
    </dgm:pt>
    <dgm:pt modelId="{A3EF2C45-4B98-417E-84B1-09967C4ABC34}" type="pres">
      <dgm:prSet presAssocID="{7583562E-DB8B-4808-BC34-A4A7B8CF4AA1}" presName="compNode" presStyleCnt="0"/>
      <dgm:spPr/>
    </dgm:pt>
    <dgm:pt modelId="{42271421-D711-4E01-9ABC-7FCA1DE363F1}" type="pres">
      <dgm:prSet presAssocID="{7583562E-DB8B-4808-BC34-A4A7B8CF4AA1}" presName="bgRect" presStyleLbl="bgShp" presStyleIdx="3" presStyleCnt="7"/>
      <dgm:spPr/>
    </dgm:pt>
    <dgm:pt modelId="{99157313-0141-457B-A898-AB2A64B81BFA}" type="pres">
      <dgm:prSet presAssocID="{7583562E-DB8B-4808-BC34-A4A7B8CF4AA1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are With Person"/>
        </a:ext>
      </dgm:extLst>
    </dgm:pt>
    <dgm:pt modelId="{CAF41C42-50AA-4CB7-A4C0-2F5AB4EF8ABE}" type="pres">
      <dgm:prSet presAssocID="{7583562E-DB8B-4808-BC34-A4A7B8CF4AA1}" presName="spaceRect" presStyleCnt="0"/>
      <dgm:spPr/>
    </dgm:pt>
    <dgm:pt modelId="{E86D8F56-D8CC-435D-A0F3-D04D5E8BF704}" type="pres">
      <dgm:prSet presAssocID="{7583562E-DB8B-4808-BC34-A4A7B8CF4AA1}" presName="parTx" presStyleLbl="revTx" presStyleIdx="3" presStyleCnt="7">
        <dgm:presLayoutVars>
          <dgm:chMax val="0"/>
          <dgm:chPref val="0"/>
        </dgm:presLayoutVars>
      </dgm:prSet>
      <dgm:spPr/>
    </dgm:pt>
    <dgm:pt modelId="{E27D16B7-82B1-4073-B264-1066C801A8BC}" type="pres">
      <dgm:prSet presAssocID="{1C5847E1-0DA9-40DD-938C-CB9A96DC8838}" presName="sibTrans" presStyleCnt="0"/>
      <dgm:spPr/>
    </dgm:pt>
    <dgm:pt modelId="{38F14E05-AF97-4533-953A-B7733A897E41}" type="pres">
      <dgm:prSet presAssocID="{2E166D2E-4880-4A37-AEA6-C1D79D82C1E2}" presName="compNode" presStyleCnt="0"/>
      <dgm:spPr/>
    </dgm:pt>
    <dgm:pt modelId="{ED71FD4B-50F8-4481-8412-33F3239D5A60}" type="pres">
      <dgm:prSet presAssocID="{2E166D2E-4880-4A37-AEA6-C1D79D82C1E2}" presName="bgRect" presStyleLbl="bgShp" presStyleIdx="4" presStyleCnt="7"/>
      <dgm:spPr/>
    </dgm:pt>
    <dgm:pt modelId="{0B7EEEC4-F996-4426-BF84-5D85CFCE1F07}" type="pres">
      <dgm:prSet presAssocID="{2E166D2E-4880-4A37-AEA6-C1D79D82C1E2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5D12D1F9-A808-4247-ADD6-4D215B7C4207}" type="pres">
      <dgm:prSet presAssocID="{2E166D2E-4880-4A37-AEA6-C1D79D82C1E2}" presName="spaceRect" presStyleCnt="0"/>
      <dgm:spPr/>
    </dgm:pt>
    <dgm:pt modelId="{5EA31E1A-8755-49C5-B6C0-6AFA0B045801}" type="pres">
      <dgm:prSet presAssocID="{2E166D2E-4880-4A37-AEA6-C1D79D82C1E2}" presName="parTx" presStyleLbl="revTx" presStyleIdx="4" presStyleCnt="7">
        <dgm:presLayoutVars>
          <dgm:chMax val="0"/>
          <dgm:chPref val="0"/>
        </dgm:presLayoutVars>
      </dgm:prSet>
      <dgm:spPr/>
    </dgm:pt>
    <dgm:pt modelId="{DD06CD6F-D1C5-4B26-8EFC-89B5F762B685}" type="pres">
      <dgm:prSet presAssocID="{AC0B49E2-CEBE-47AE-86A8-4C8F39DD2525}" presName="sibTrans" presStyleCnt="0"/>
      <dgm:spPr/>
    </dgm:pt>
    <dgm:pt modelId="{51C4E32C-A6BD-48E0-889B-3B5BC581C6DD}" type="pres">
      <dgm:prSet presAssocID="{1BD025A1-76E8-47CF-BFF0-8AEE4B9EDD3E}" presName="compNode" presStyleCnt="0"/>
      <dgm:spPr/>
    </dgm:pt>
    <dgm:pt modelId="{46D69E72-7F7C-41CE-8258-7CE41C419A0C}" type="pres">
      <dgm:prSet presAssocID="{1BD025A1-76E8-47CF-BFF0-8AEE4B9EDD3E}" presName="bgRect" presStyleLbl="bgShp" presStyleIdx="5" presStyleCnt="7"/>
      <dgm:spPr/>
    </dgm:pt>
    <dgm:pt modelId="{3DA53969-5B68-4329-B1D9-672FB57F891B}" type="pres">
      <dgm:prSet presAssocID="{1BD025A1-76E8-47CF-BFF0-8AEE4B9EDD3E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35D768CD-2F70-4165-BE9C-9837A9F04000}" type="pres">
      <dgm:prSet presAssocID="{1BD025A1-76E8-47CF-BFF0-8AEE4B9EDD3E}" presName="spaceRect" presStyleCnt="0"/>
      <dgm:spPr/>
    </dgm:pt>
    <dgm:pt modelId="{AC6A457E-916F-475E-A5E8-DA16B1D67A7E}" type="pres">
      <dgm:prSet presAssocID="{1BD025A1-76E8-47CF-BFF0-8AEE4B9EDD3E}" presName="parTx" presStyleLbl="revTx" presStyleIdx="5" presStyleCnt="7">
        <dgm:presLayoutVars>
          <dgm:chMax val="0"/>
          <dgm:chPref val="0"/>
        </dgm:presLayoutVars>
      </dgm:prSet>
      <dgm:spPr/>
    </dgm:pt>
    <dgm:pt modelId="{CF23436F-B076-4EEC-A585-5A2F4EC05D8A}" type="pres">
      <dgm:prSet presAssocID="{E9A1CE92-B6ED-485D-9A29-5921FBB342D6}" presName="sibTrans" presStyleCnt="0"/>
      <dgm:spPr/>
    </dgm:pt>
    <dgm:pt modelId="{9F85B1D3-0C91-470F-B772-A8AD92746825}" type="pres">
      <dgm:prSet presAssocID="{9609799F-061E-403B-97D4-8B00897936BD}" presName="compNode" presStyleCnt="0"/>
      <dgm:spPr/>
    </dgm:pt>
    <dgm:pt modelId="{D9C49F4C-7603-4E7E-967C-91D558F4D172}" type="pres">
      <dgm:prSet presAssocID="{9609799F-061E-403B-97D4-8B00897936BD}" presName="bgRect" presStyleLbl="bgShp" presStyleIdx="6" presStyleCnt="7"/>
      <dgm:spPr/>
    </dgm:pt>
    <dgm:pt modelId="{89910AC3-84E6-4E4E-AE69-3468B4ED2743}" type="pres">
      <dgm:prSet presAssocID="{9609799F-061E-403B-97D4-8B00897936BD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rection"/>
        </a:ext>
      </dgm:extLst>
    </dgm:pt>
    <dgm:pt modelId="{AFBD7D72-A179-4D8C-9483-A3E5FA05237B}" type="pres">
      <dgm:prSet presAssocID="{9609799F-061E-403B-97D4-8B00897936BD}" presName="spaceRect" presStyleCnt="0"/>
      <dgm:spPr/>
    </dgm:pt>
    <dgm:pt modelId="{5A5D8A85-6F3B-44B0-B991-E2E9FB12EB7D}" type="pres">
      <dgm:prSet presAssocID="{9609799F-061E-403B-97D4-8B00897936BD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03A1AE07-F9D5-4F94-BAD4-9FCC1E2C6A8B}" type="presOf" srcId="{7583562E-DB8B-4808-BC34-A4A7B8CF4AA1}" destId="{E86D8F56-D8CC-435D-A0F3-D04D5E8BF704}" srcOrd="0" destOrd="0" presId="urn:microsoft.com/office/officeart/2018/2/layout/IconVerticalSolidList"/>
    <dgm:cxn modelId="{2A1A3D1F-BB74-4E16-B468-07B029E5FF9E}" srcId="{61131C08-9759-4F93-B121-E0518038D1D2}" destId="{8B3DDE05-3B9C-4627-B23C-D655745A8531}" srcOrd="2" destOrd="0" parTransId="{802A50C1-CE0F-41CE-BBF5-D2844ACFF469}" sibTransId="{B9C919AE-80D0-480B-8C25-D39045FD6748}"/>
    <dgm:cxn modelId="{6E94B326-F576-48E9-88BB-D1053A0FABB5}" srcId="{61131C08-9759-4F93-B121-E0518038D1D2}" destId="{9609799F-061E-403B-97D4-8B00897936BD}" srcOrd="6" destOrd="0" parTransId="{BB2DC135-F699-4267-B7B9-EA65052F98E8}" sibTransId="{524839B8-DAE7-4205-B228-CC87A498E20A}"/>
    <dgm:cxn modelId="{3688C15D-E5F8-40AF-AD06-CB632F037296}" type="presOf" srcId="{1BD025A1-76E8-47CF-BFF0-8AEE4B9EDD3E}" destId="{AC6A457E-916F-475E-A5E8-DA16B1D67A7E}" srcOrd="0" destOrd="0" presId="urn:microsoft.com/office/officeart/2018/2/layout/IconVerticalSolidList"/>
    <dgm:cxn modelId="{E4BEC241-7CC0-44BB-99D2-BFFD1987B9F0}" type="presOf" srcId="{2E166D2E-4880-4A37-AEA6-C1D79D82C1E2}" destId="{5EA31E1A-8755-49C5-B6C0-6AFA0B045801}" srcOrd="0" destOrd="0" presId="urn:microsoft.com/office/officeart/2018/2/layout/IconVerticalSolidList"/>
    <dgm:cxn modelId="{78678E4E-BFAB-4D9E-864E-EF02AB72FFAF}" type="presOf" srcId="{FEF3AC04-68E5-4939-BDF2-4F846F5361FB}" destId="{E116D490-EADA-4984-9620-DF2C1A45EA9B}" srcOrd="0" destOrd="0" presId="urn:microsoft.com/office/officeart/2018/2/layout/IconVerticalSolidList"/>
    <dgm:cxn modelId="{F18BC48E-D01A-49DA-96DB-D28C1AD8B4A9}" type="presOf" srcId="{8B3DDE05-3B9C-4627-B23C-D655745A8531}" destId="{A0F7BF3E-88B4-4D23-87EF-008BE3EF6C5A}" srcOrd="0" destOrd="0" presId="urn:microsoft.com/office/officeart/2018/2/layout/IconVerticalSolidList"/>
    <dgm:cxn modelId="{C26D1996-08FB-4FC5-974C-048E0EDBFBBD}" srcId="{61131C08-9759-4F93-B121-E0518038D1D2}" destId="{1BD025A1-76E8-47CF-BFF0-8AEE4B9EDD3E}" srcOrd="5" destOrd="0" parTransId="{DF48D306-2B3F-4A53-AE51-4F3091772EA8}" sibTransId="{E9A1CE92-B6ED-485D-9A29-5921FBB342D6}"/>
    <dgm:cxn modelId="{85BC279A-21CD-4529-8076-00ACA306E0B3}" type="presOf" srcId="{61131C08-9759-4F93-B121-E0518038D1D2}" destId="{9D041A95-7D68-4357-A6AA-28CF61445BC8}" srcOrd="0" destOrd="0" presId="urn:microsoft.com/office/officeart/2018/2/layout/IconVerticalSolidList"/>
    <dgm:cxn modelId="{35EB91B5-3C76-4D7C-BEC8-781115B140D2}" type="presOf" srcId="{9609799F-061E-403B-97D4-8B00897936BD}" destId="{5A5D8A85-6F3B-44B0-B991-E2E9FB12EB7D}" srcOrd="0" destOrd="0" presId="urn:microsoft.com/office/officeart/2018/2/layout/IconVerticalSolidList"/>
    <dgm:cxn modelId="{47F870BE-FB74-45BC-AE40-5C3FF7AB502A}" srcId="{61131C08-9759-4F93-B121-E0518038D1D2}" destId="{FEF3AC04-68E5-4939-BDF2-4F846F5361FB}" srcOrd="0" destOrd="0" parTransId="{9785F474-8DDB-413C-A4BD-7D0EAD962D48}" sibTransId="{5B017CF4-7607-4CC8-B2B8-173C3F9DB82F}"/>
    <dgm:cxn modelId="{334513C8-2389-447D-AC65-F72D47A06CC4}" srcId="{61131C08-9759-4F93-B121-E0518038D1D2}" destId="{7583562E-DB8B-4808-BC34-A4A7B8CF4AA1}" srcOrd="3" destOrd="0" parTransId="{56525479-B48F-4454-8DA6-D9F663349DAA}" sibTransId="{1C5847E1-0DA9-40DD-938C-CB9A96DC8838}"/>
    <dgm:cxn modelId="{9C6956CA-3EB9-4532-963C-E884164C2033}" srcId="{61131C08-9759-4F93-B121-E0518038D1D2}" destId="{2E166D2E-4880-4A37-AEA6-C1D79D82C1E2}" srcOrd="4" destOrd="0" parTransId="{CDF0D1BE-22EF-4EF6-8B4C-1F4406798ACE}" sibTransId="{AC0B49E2-CEBE-47AE-86A8-4C8F39DD2525}"/>
    <dgm:cxn modelId="{CD5613D2-7380-44E1-B31C-16FB2A9483A2}" type="presOf" srcId="{5EE1C9B3-F995-4171-B798-DBE3E5A7E144}" destId="{F174FF47-6373-4631-9F91-F22D1F7876CF}" srcOrd="0" destOrd="0" presId="urn:microsoft.com/office/officeart/2018/2/layout/IconVerticalSolidList"/>
    <dgm:cxn modelId="{54EEC3FA-C33E-4B6E-8453-7B57AF94FEF9}" srcId="{61131C08-9759-4F93-B121-E0518038D1D2}" destId="{5EE1C9B3-F995-4171-B798-DBE3E5A7E144}" srcOrd="1" destOrd="0" parTransId="{F5312932-7109-423D-9905-162DBD3CFFF9}" sibTransId="{9F969C25-C8DA-4779-B6A1-AFFAB9A8EB04}"/>
    <dgm:cxn modelId="{2A4B83C5-4D6E-47C8-BF7C-189D2187AE7C}" type="presParOf" srcId="{9D041A95-7D68-4357-A6AA-28CF61445BC8}" destId="{67646C4F-6BCD-4CC7-B716-73E0CBFFF29B}" srcOrd="0" destOrd="0" presId="urn:microsoft.com/office/officeart/2018/2/layout/IconVerticalSolidList"/>
    <dgm:cxn modelId="{832AF3E5-000D-4706-A038-50E4CB99BF08}" type="presParOf" srcId="{67646C4F-6BCD-4CC7-B716-73E0CBFFF29B}" destId="{44BAE75D-264D-4782-8812-826B4DCFAD68}" srcOrd="0" destOrd="0" presId="urn:microsoft.com/office/officeart/2018/2/layout/IconVerticalSolidList"/>
    <dgm:cxn modelId="{1C1FC712-208A-4CD7-BDD3-DF73E5953336}" type="presParOf" srcId="{67646C4F-6BCD-4CC7-B716-73E0CBFFF29B}" destId="{D2DA377E-9F7B-4C56-B81D-B6B70FEA7D0B}" srcOrd="1" destOrd="0" presId="urn:microsoft.com/office/officeart/2018/2/layout/IconVerticalSolidList"/>
    <dgm:cxn modelId="{141086F3-7F1E-43E4-A4AA-C367912098C6}" type="presParOf" srcId="{67646C4F-6BCD-4CC7-B716-73E0CBFFF29B}" destId="{DBAFFD35-F911-48D5-8233-52154F55D18F}" srcOrd="2" destOrd="0" presId="urn:microsoft.com/office/officeart/2018/2/layout/IconVerticalSolidList"/>
    <dgm:cxn modelId="{2230E11C-0B89-4C58-BFA4-5DB61358F086}" type="presParOf" srcId="{67646C4F-6BCD-4CC7-B716-73E0CBFFF29B}" destId="{E116D490-EADA-4984-9620-DF2C1A45EA9B}" srcOrd="3" destOrd="0" presId="urn:microsoft.com/office/officeart/2018/2/layout/IconVerticalSolidList"/>
    <dgm:cxn modelId="{77744372-6D1D-4D12-957C-16D3511AC9CD}" type="presParOf" srcId="{9D041A95-7D68-4357-A6AA-28CF61445BC8}" destId="{C460A9E4-4D76-4468-9242-280AA752A0FD}" srcOrd="1" destOrd="0" presId="urn:microsoft.com/office/officeart/2018/2/layout/IconVerticalSolidList"/>
    <dgm:cxn modelId="{8B8C0213-37A3-4F11-B33B-6D219A0DB2E7}" type="presParOf" srcId="{9D041A95-7D68-4357-A6AA-28CF61445BC8}" destId="{1A159D48-D3D5-4892-A3D6-3D042FEF6564}" srcOrd="2" destOrd="0" presId="urn:microsoft.com/office/officeart/2018/2/layout/IconVerticalSolidList"/>
    <dgm:cxn modelId="{8782A9F4-A285-437E-9562-0881A5BA64CF}" type="presParOf" srcId="{1A159D48-D3D5-4892-A3D6-3D042FEF6564}" destId="{8C1720B4-64C9-4D52-AED5-802AA3970DF8}" srcOrd="0" destOrd="0" presId="urn:microsoft.com/office/officeart/2018/2/layout/IconVerticalSolidList"/>
    <dgm:cxn modelId="{37CB9680-48D5-4E4C-9776-5873DACD3CBA}" type="presParOf" srcId="{1A159D48-D3D5-4892-A3D6-3D042FEF6564}" destId="{B0F17477-F675-40E3-8FA8-4F8852885962}" srcOrd="1" destOrd="0" presId="urn:microsoft.com/office/officeart/2018/2/layout/IconVerticalSolidList"/>
    <dgm:cxn modelId="{11884D30-CB28-413D-B4A4-EE0D22AF016E}" type="presParOf" srcId="{1A159D48-D3D5-4892-A3D6-3D042FEF6564}" destId="{E9D1EE58-C0FC-44CC-B9B3-BA6FA42FC725}" srcOrd="2" destOrd="0" presId="urn:microsoft.com/office/officeart/2018/2/layout/IconVerticalSolidList"/>
    <dgm:cxn modelId="{D57021E7-F241-4991-89DC-3888F6C08FD6}" type="presParOf" srcId="{1A159D48-D3D5-4892-A3D6-3D042FEF6564}" destId="{F174FF47-6373-4631-9F91-F22D1F7876CF}" srcOrd="3" destOrd="0" presId="urn:microsoft.com/office/officeart/2018/2/layout/IconVerticalSolidList"/>
    <dgm:cxn modelId="{2DBEB2AB-9E61-457D-BF58-2903070AC5C9}" type="presParOf" srcId="{9D041A95-7D68-4357-A6AA-28CF61445BC8}" destId="{C9AEAAC6-195F-4AAE-9857-1F3BC76DF42B}" srcOrd="3" destOrd="0" presId="urn:microsoft.com/office/officeart/2018/2/layout/IconVerticalSolidList"/>
    <dgm:cxn modelId="{0D894C63-4F8A-45BC-B5AA-60DD8A61D6FD}" type="presParOf" srcId="{9D041A95-7D68-4357-A6AA-28CF61445BC8}" destId="{BAF3FD2C-F75B-4410-91D9-CFB2E64F0795}" srcOrd="4" destOrd="0" presId="urn:microsoft.com/office/officeart/2018/2/layout/IconVerticalSolidList"/>
    <dgm:cxn modelId="{0085D346-1753-4226-BB03-C5BECADC0B2B}" type="presParOf" srcId="{BAF3FD2C-F75B-4410-91D9-CFB2E64F0795}" destId="{50BA8D8F-D25D-4F70-8940-CF8FEC39955E}" srcOrd="0" destOrd="0" presId="urn:microsoft.com/office/officeart/2018/2/layout/IconVerticalSolidList"/>
    <dgm:cxn modelId="{1169652D-622F-473B-9EDC-31D752C8820A}" type="presParOf" srcId="{BAF3FD2C-F75B-4410-91D9-CFB2E64F0795}" destId="{80E8D7F0-66CE-4A99-BFBC-FE3244A7788E}" srcOrd="1" destOrd="0" presId="urn:microsoft.com/office/officeart/2018/2/layout/IconVerticalSolidList"/>
    <dgm:cxn modelId="{A53033B2-D0E7-413D-B738-A4FB4103B010}" type="presParOf" srcId="{BAF3FD2C-F75B-4410-91D9-CFB2E64F0795}" destId="{B4474776-C21C-4A1D-B9C9-D3E7C0E7552D}" srcOrd="2" destOrd="0" presId="urn:microsoft.com/office/officeart/2018/2/layout/IconVerticalSolidList"/>
    <dgm:cxn modelId="{CA6724AC-5F05-48B5-A990-1554EF1EE513}" type="presParOf" srcId="{BAF3FD2C-F75B-4410-91D9-CFB2E64F0795}" destId="{A0F7BF3E-88B4-4D23-87EF-008BE3EF6C5A}" srcOrd="3" destOrd="0" presId="urn:microsoft.com/office/officeart/2018/2/layout/IconVerticalSolidList"/>
    <dgm:cxn modelId="{F6E29C42-B6E0-4803-84F4-F3FF7321C606}" type="presParOf" srcId="{9D041A95-7D68-4357-A6AA-28CF61445BC8}" destId="{D0C2B646-13F0-4F37-8C13-F446FB18201B}" srcOrd="5" destOrd="0" presId="urn:microsoft.com/office/officeart/2018/2/layout/IconVerticalSolidList"/>
    <dgm:cxn modelId="{6BAB4650-EDD6-482E-BE74-4BDA91E2286B}" type="presParOf" srcId="{9D041A95-7D68-4357-A6AA-28CF61445BC8}" destId="{A3EF2C45-4B98-417E-84B1-09967C4ABC34}" srcOrd="6" destOrd="0" presId="urn:microsoft.com/office/officeart/2018/2/layout/IconVerticalSolidList"/>
    <dgm:cxn modelId="{7AFA936E-89C5-41E7-982E-3F8515FB34A9}" type="presParOf" srcId="{A3EF2C45-4B98-417E-84B1-09967C4ABC34}" destId="{42271421-D711-4E01-9ABC-7FCA1DE363F1}" srcOrd="0" destOrd="0" presId="urn:microsoft.com/office/officeart/2018/2/layout/IconVerticalSolidList"/>
    <dgm:cxn modelId="{355653BA-919B-491A-85E1-4320607F8CAA}" type="presParOf" srcId="{A3EF2C45-4B98-417E-84B1-09967C4ABC34}" destId="{99157313-0141-457B-A898-AB2A64B81BFA}" srcOrd="1" destOrd="0" presId="urn:microsoft.com/office/officeart/2018/2/layout/IconVerticalSolidList"/>
    <dgm:cxn modelId="{23ED6F87-814B-4771-90CC-7DD6DA6AB3C1}" type="presParOf" srcId="{A3EF2C45-4B98-417E-84B1-09967C4ABC34}" destId="{CAF41C42-50AA-4CB7-A4C0-2F5AB4EF8ABE}" srcOrd="2" destOrd="0" presId="urn:microsoft.com/office/officeart/2018/2/layout/IconVerticalSolidList"/>
    <dgm:cxn modelId="{ADFBE404-160A-4D84-BE8D-A598E8B7CF01}" type="presParOf" srcId="{A3EF2C45-4B98-417E-84B1-09967C4ABC34}" destId="{E86D8F56-D8CC-435D-A0F3-D04D5E8BF704}" srcOrd="3" destOrd="0" presId="urn:microsoft.com/office/officeart/2018/2/layout/IconVerticalSolidList"/>
    <dgm:cxn modelId="{287C0EE0-00B3-4970-AD0C-B9126AC9A91A}" type="presParOf" srcId="{9D041A95-7D68-4357-A6AA-28CF61445BC8}" destId="{E27D16B7-82B1-4073-B264-1066C801A8BC}" srcOrd="7" destOrd="0" presId="urn:microsoft.com/office/officeart/2018/2/layout/IconVerticalSolidList"/>
    <dgm:cxn modelId="{F67613CE-EC74-449A-9572-F47F91D52D06}" type="presParOf" srcId="{9D041A95-7D68-4357-A6AA-28CF61445BC8}" destId="{38F14E05-AF97-4533-953A-B7733A897E41}" srcOrd="8" destOrd="0" presId="urn:microsoft.com/office/officeart/2018/2/layout/IconVerticalSolidList"/>
    <dgm:cxn modelId="{1713CB69-9241-49D9-899D-F07FE48A4B72}" type="presParOf" srcId="{38F14E05-AF97-4533-953A-B7733A897E41}" destId="{ED71FD4B-50F8-4481-8412-33F3239D5A60}" srcOrd="0" destOrd="0" presId="urn:microsoft.com/office/officeart/2018/2/layout/IconVerticalSolidList"/>
    <dgm:cxn modelId="{07D115B2-F952-40DA-A3EC-8855B5A9B595}" type="presParOf" srcId="{38F14E05-AF97-4533-953A-B7733A897E41}" destId="{0B7EEEC4-F996-4426-BF84-5D85CFCE1F07}" srcOrd="1" destOrd="0" presId="urn:microsoft.com/office/officeart/2018/2/layout/IconVerticalSolidList"/>
    <dgm:cxn modelId="{9A022B75-808C-4700-80D1-8D1A078ECBF3}" type="presParOf" srcId="{38F14E05-AF97-4533-953A-B7733A897E41}" destId="{5D12D1F9-A808-4247-ADD6-4D215B7C4207}" srcOrd="2" destOrd="0" presId="urn:microsoft.com/office/officeart/2018/2/layout/IconVerticalSolidList"/>
    <dgm:cxn modelId="{EA401337-331F-4117-B29D-C581E3B31A0D}" type="presParOf" srcId="{38F14E05-AF97-4533-953A-B7733A897E41}" destId="{5EA31E1A-8755-49C5-B6C0-6AFA0B045801}" srcOrd="3" destOrd="0" presId="urn:microsoft.com/office/officeart/2018/2/layout/IconVerticalSolidList"/>
    <dgm:cxn modelId="{7BE9B139-BF25-40B8-9F64-6496E10E26DB}" type="presParOf" srcId="{9D041A95-7D68-4357-A6AA-28CF61445BC8}" destId="{DD06CD6F-D1C5-4B26-8EFC-89B5F762B685}" srcOrd="9" destOrd="0" presId="urn:microsoft.com/office/officeart/2018/2/layout/IconVerticalSolidList"/>
    <dgm:cxn modelId="{C261B071-C6E0-4981-BA00-07736AF19F38}" type="presParOf" srcId="{9D041A95-7D68-4357-A6AA-28CF61445BC8}" destId="{51C4E32C-A6BD-48E0-889B-3B5BC581C6DD}" srcOrd="10" destOrd="0" presId="urn:microsoft.com/office/officeart/2018/2/layout/IconVerticalSolidList"/>
    <dgm:cxn modelId="{26F23985-7C02-4BCB-819A-7183297B5A4B}" type="presParOf" srcId="{51C4E32C-A6BD-48E0-889B-3B5BC581C6DD}" destId="{46D69E72-7F7C-41CE-8258-7CE41C419A0C}" srcOrd="0" destOrd="0" presId="urn:microsoft.com/office/officeart/2018/2/layout/IconVerticalSolidList"/>
    <dgm:cxn modelId="{BF4A9E6E-564E-4926-9046-4205586F9EFF}" type="presParOf" srcId="{51C4E32C-A6BD-48E0-889B-3B5BC581C6DD}" destId="{3DA53969-5B68-4329-B1D9-672FB57F891B}" srcOrd="1" destOrd="0" presId="urn:microsoft.com/office/officeart/2018/2/layout/IconVerticalSolidList"/>
    <dgm:cxn modelId="{81DBCCA5-62DA-4AF3-B946-D5BF31955653}" type="presParOf" srcId="{51C4E32C-A6BD-48E0-889B-3B5BC581C6DD}" destId="{35D768CD-2F70-4165-BE9C-9837A9F04000}" srcOrd="2" destOrd="0" presId="urn:microsoft.com/office/officeart/2018/2/layout/IconVerticalSolidList"/>
    <dgm:cxn modelId="{69DA98D2-4ADF-431A-B6D7-F4C8E3820326}" type="presParOf" srcId="{51C4E32C-A6BD-48E0-889B-3B5BC581C6DD}" destId="{AC6A457E-916F-475E-A5E8-DA16B1D67A7E}" srcOrd="3" destOrd="0" presId="urn:microsoft.com/office/officeart/2018/2/layout/IconVerticalSolidList"/>
    <dgm:cxn modelId="{BD952397-3458-4B45-87D4-7E0840A8B67E}" type="presParOf" srcId="{9D041A95-7D68-4357-A6AA-28CF61445BC8}" destId="{CF23436F-B076-4EEC-A585-5A2F4EC05D8A}" srcOrd="11" destOrd="0" presId="urn:microsoft.com/office/officeart/2018/2/layout/IconVerticalSolidList"/>
    <dgm:cxn modelId="{8A6777F0-44D0-4850-A5A3-ED499531A3DF}" type="presParOf" srcId="{9D041A95-7D68-4357-A6AA-28CF61445BC8}" destId="{9F85B1D3-0C91-470F-B772-A8AD92746825}" srcOrd="12" destOrd="0" presId="urn:microsoft.com/office/officeart/2018/2/layout/IconVerticalSolidList"/>
    <dgm:cxn modelId="{78579BC1-D8A2-42AF-9D00-565614D75372}" type="presParOf" srcId="{9F85B1D3-0C91-470F-B772-A8AD92746825}" destId="{D9C49F4C-7603-4E7E-967C-91D558F4D172}" srcOrd="0" destOrd="0" presId="urn:microsoft.com/office/officeart/2018/2/layout/IconVerticalSolidList"/>
    <dgm:cxn modelId="{8E2A6767-DB24-4998-8B13-B605B92B0DE6}" type="presParOf" srcId="{9F85B1D3-0C91-470F-B772-A8AD92746825}" destId="{89910AC3-84E6-4E4E-AE69-3468B4ED2743}" srcOrd="1" destOrd="0" presId="urn:microsoft.com/office/officeart/2018/2/layout/IconVerticalSolidList"/>
    <dgm:cxn modelId="{8FB40735-A944-4E5C-ABA7-FAFEE367FD8E}" type="presParOf" srcId="{9F85B1D3-0C91-470F-B772-A8AD92746825}" destId="{AFBD7D72-A179-4D8C-9483-A3E5FA05237B}" srcOrd="2" destOrd="0" presId="urn:microsoft.com/office/officeart/2018/2/layout/IconVerticalSolidList"/>
    <dgm:cxn modelId="{2178F5C6-24E2-478C-9E39-EAAB8F1C5B66}" type="presParOf" srcId="{9F85B1D3-0C91-470F-B772-A8AD92746825}" destId="{5A5D8A85-6F3B-44B0-B991-E2E9FB12EB7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E29A786-DE0E-4DCE-9A6C-576909DA405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8474002-178A-4BEC-8988-79074B634496}">
      <dgm:prSet/>
      <dgm:spPr/>
      <dgm:t>
        <a:bodyPr/>
        <a:lstStyle/>
        <a:p>
          <a:r>
            <a:rPr lang="en-US"/>
            <a:t>AspNetUsers` - User accounts and roles</a:t>
          </a:r>
        </a:p>
      </dgm:t>
    </dgm:pt>
    <dgm:pt modelId="{F275A14E-2328-4447-AC4F-94AA8F9B2D91}" type="parTrans" cxnId="{27F55A4E-F5D0-451B-A731-92415E6B0E3D}">
      <dgm:prSet/>
      <dgm:spPr/>
      <dgm:t>
        <a:bodyPr/>
        <a:lstStyle/>
        <a:p>
          <a:endParaRPr lang="en-US"/>
        </a:p>
      </dgm:t>
    </dgm:pt>
    <dgm:pt modelId="{BFB920F7-FFD5-4D43-A92B-73132F0E2087}" type="sibTrans" cxnId="{27F55A4E-F5D0-451B-A731-92415E6B0E3D}">
      <dgm:prSet/>
      <dgm:spPr/>
      <dgm:t>
        <a:bodyPr/>
        <a:lstStyle/>
        <a:p>
          <a:endParaRPr lang="en-US"/>
        </a:p>
      </dgm:t>
    </dgm:pt>
    <dgm:pt modelId="{03078336-29F8-4DAB-AEB8-0F962DA3D69D}">
      <dgm:prSet/>
      <dgm:spPr/>
      <dgm:t>
        <a:bodyPr/>
        <a:lstStyle/>
        <a:p>
          <a:r>
            <a:rPr lang="en-US"/>
            <a:t>`Claims` - Claim submissions and status</a:t>
          </a:r>
        </a:p>
      </dgm:t>
    </dgm:pt>
    <dgm:pt modelId="{D779E96F-55AC-4A7E-BB97-E51F209512C6}" type="parTrans" cxnId="{4CED077C-424D-48EA-A9B5-AA09F62FF1F1}">
      <dgm:prSet/>
      <dgm:spPr/>
      <dgm:t>
        <a:bodyPr/>
        <a:lstStyle/>
        <a:p>
          <a:endParaRPr lang="en-US"/>
        </a:p>
      </dgm:t>
    </dgm:pt>
    <dgm:pt modelId="{F3D8ACD4-B3BC-44E0-8775-D75606F27F3F}" type="sibTrans" cxnId="{4CED077C-424D-48EA-A9B5-AA09F62FF1F1}">
      <dgm:prSet/>
      <dgm:spPr/>
      <dgm:t>
        <a:bodyPr/>
        <a:lstStyle/>
        <a:p>
          <a:endParaRPr lang="en-US"/>
        </a:p>
      </dgm:t>
    </dgm:pt>
    <dgm:pt modelId="{03218039-0FD6-449E-A5F4-97CC5B2387C2}">
      <dgm:prSet/>
      <dgm:spPr/>
      <dgm:t>
        <a:bodyPr/>
        <a:lstStyle/>
        <a:p>
          <a:r>
            <a:rPr lang="en-US"/>
            <a:t>`SupportingDocuments` - File attachments</a:t>
          </a:r>
        </a:p>
      </dgm:t>
    </dgm:pt>
    <dgm:pt modelId="{2CE7C52A-F1F0-4B25-A89E-3836158C7995}" type="parTrans" cxnId="{604FDC07-4C6B-4F73-BF15-A6679993483E}">
      <dgm:prSet/>
      <dgm:spPr/>
      <dgm:t>
        <a:bodyPr/>
        <a:lstStyle/>
        <a:p>
          <a:endParaRPr lang="en-US"/>
        </a:p>
      </dgm:t>
    </dgm:pt>
    <dgm:pt modelId="{597AC0F7-D39D-462D-94F5-C89E78138A28}" type="sibTrans" cxnId="{604FDC07-4C6B-4F73-BF15-A6679993483E}">
      <dgm:prSet/>
      <dgm:spPr/>
      <dgm:t>
        <a:bodyPr/>
        <a:lstStyle/>
        <a:p>
          <a:endParaRPr lang="en-US"/>
        </a:p>
      </dgm:t>
    </dgm:pt>
    <dgm:pt modelId="{21B07C37-6EE0-4EE3-BE23-BA3095A568F2}">
      <dgm:prSet/>
      <dgm:spPr/>
      <dgm:t>
        <a:bodyPr/>
        <a:lstStyle/>
        <a:p>
          <a:r>
            <a:rPr lang="en-US"/>
            <a:t>`ApprovalHistory` - Audit trail records</a:t>
          </a:r>
        </a:p>
      </dgm:t>
    </dgm:pt>
    <dgm:pt modelId="{A06A9D81-893B-4093-9CB4-AAF78DC31FE2}" type="parTrans" cxnId="{219813CE-4885-4593-94FF-AD866E2A92FC}">
      <dgm:prSet/>
      <dgm:spPr/>
      <dgm:t>
        <a:bodyPr/>
        <a:lstStyle/>
        <a:p>
          <a:endParaRPr lang="en-US"/>
        </a:p>
      </dgm:t>
    </dgm:pt>
    <dgm:pt modelId="{4A6040A1-CC18-4280-9937-EA4BDD873301}" type="sibTrans" cxnId="{219813CE-4885-4593-94FF-AD866E2A92FC}">
      <dgm:prSet/>
      <dgm:spPr/>
      <dgm:t>
        <a:bodyPr/>
        <a:lstStyle/>
        <a:p>
          <a:endParaRPr lang="en-US"/>
        </a:p>
      </dgm:t>
    </dgm:pt>
    <dgm:pt modelId="{93019A35-6E79-4D7D-B600-ADEFF64E560C}" type="pres">
      <dgm:prSet presAssocID="{FE29A786-DE0E-4DCE-9A6C-576909DA4055}" presName="root" presStyleCnt="0">
        <dgm:presLayoutVars>
          <dgm:dir/>
          <dgm:resizeHandles val="exact"/>
        </dgm:presLayoutVars>
      </dgm:prSet>
      <dgm:spPr/>
    </dgm:pt>
    <dgm:pt modelId="{6A157BFB-D353-4956-909D-D3BF9224DFD4}" type="pres">
      <dgm:prSet presAssocID="{18474002-178A-4BEC-8988-79074B634496}" presName="compNode" presStyleCnt="0"/>
      <dgm:spPr/>
    </dgm:pt>
    <dgm:pt modelId="{C4BA66C1-6C43-41AB-A233-F26325EF9BFF}" type="pres">
      <dgm:prSet presAssocID="{18474002-178A-4BEC-8988-79074B634496}" presName="bgRect" presStyleLbl="bgShp" presStyleIdx="0" presStyleCnt="4"/>
      <dgm:spPr/>
    </dgm:pt>
    <dgm:pt modelId="{87250A6F-6AE2-4B33-9329-8C5D21B19777}" type="pres">
      <dgm:prSet presAssocID="{18474002-178A-4BEC-8988-79074B63449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65D22B23-C5EC-48BB-B80E-8BCB56F289BC}" type="pres">
      <dgm:prSet presAssocID="{18474002-178A-4BEC-8988-79074B634496}" presName="spaceRect" presStyleCnt="0"/>
      <dgm:spPr/>
    </dgm:pt>
    <dgm:pt modelId="{035B4623-4EA4-45A2-9C8B-9AD893725FDC}" type="pres">
      <dgm:prSet presAssocID="{18474002-178A-4BEC-8988-79074B634496}" presName="parTx" presStyleLbl="revTx" presStyleIdx="0" presStyleCnt="4">
        <dgm:presLayoutVars>
          <dgm:chMax val="0"/>
          <dgm:chPref val="0"/>
        </dgm:presLayoutVars>
      </dgm:prSet>
      <dgm:spPr/>
    </dgm:pt>
    <dgm:pt modelId="{050C00D1-E9E9-4C24-8E9F-5FF65E9518FC}" type="pres">
      <dgm:prSet presAssocID="{BFB920F7-FFD5-4D43-A92B-73132F0E2087}" presName="sibTrans" presStyleCnt="0"/>
      <dgm:spPr/>
    </dgm:pt>
    <dgm:pt modelId="{A93A4C55-20A4-4C77-A333-56A77A01FEA8}" type="pres">
      <dgm:prSet presAssocID="{03078336-29F8-4DAB-AEB8-0F962DA3D69D}" presName="compNode" presStyleCnt="0"/>
      <dgm:spPr/>
    </dgm:pt>
    <dgm:pt modelId="{37CFFFBF-4C14-431B-BE88-0CCEF3DB3075}" type="pres">
      <dgm:prSet presAssocID="{03078336-29F8-4DAB-AEB8-0F962DA3D69D}" presName="bgRect" presStyleLbl="bgShp" presStyleIdx="1" presStyleCnt="4"/>
      <dgm:spPr/>
    </dgm:pt>
    <dgm:pt modelId="{1F6C4927-A78E-4CBD-A279-9DBA42B6B614}" type="pres">
      <dgm:prSet presAssocID="{03078336-29F8-4DAB-AEB8-0F962DA3D69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EE51369E-D751-4572-A52E-590D2C66B622}" type="pres">
      <dgm:prSet presAssocID="{03078336-29F8-4DAB-AEB8-0F962DA3D69D}" presName="spaceRect" presStyleCnt="0"/>
      <dgm:spPr/>
    </dgm:pt>
    <dgm:pt modelId="{B0147111-65F6-4DA6-8E45-E2EE19F6D22A}" type="pres">
      <dgm:prSet presAssocID="{03078336-29F8-4DAB-AEB8-0F962DA3D69D}" presName="parTx" presStyleLbl="revTx" presStyleIdx="1" presStyleCnt="4">
        <dgm:presLayoutVars>
          <dgm:chMax val="0"/>
          <dgm:chPref val="0"/>
        </dgm:presLayoutVars>
      </dgm:prSet>
      <dgm:spPr/>
    </dgm:pt>
    <dgm:pt modelId="{152F4D19-42C4-4A37-90E6-63293640925D}" type="pres">
      <dgm:prSet presAssocID="{F3D8ACD4-B3BC-44E0-8775-D75606F27F3F}" presName="sibTrans" presStyleCnt="0"/>
      <dgm:spPr/>
    </dgm:pt>
    <dgm:pt modelId="{BA7CB7BC-EDFF-481E-9FC5-4C14610DD39A}" type="pres">
      <dgm:prSet presAssocID="{03218039-0FD6-449E-A5F4-97CC5B2387C2}" presName="compNode" presStyleCnt="0"/>
      <dgm:spPr/>
    </dgm:pt>
    <dgm:pt modelId="{7F2EED68-0C44-476C-BD70-8060C9656208}" type="pres">
      <dgm:prSet presAssocID="{03218039-0FD6-449E-A5F4-97CC5B2387C2}" presName="bgRect" presStyleLbl="bgShp" presStyleIdx="2" presStyleCnt="4"/>
      <dgm:spPr/>
    </dgm:pt>
    <dgm:pt modelId="{30F9E00F-9E50-4F05-AA69-A9036AA6A706}" type="pres">
      <dgm:prSet presAssocID="{03218039-0FD6-449E-A5F4-97CC5B2387C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perclip"/>
        </a:ext>
      </dgm:extLst>
    </dgm:pt>
    <dgm:pt modelId="{C11181E3-B859-4C93-A95D-A7F7E5F803C2}" type="pres">
      <dgm:prSet presAssocID="{03218039-0FD6-449E-A5F4-97CC5B2387C2}" presName="spaceRect" presStyleCnt="0"/>
      <dgm:spPr/>
    </dgm:pt>
    <dgm:pt modelId="{9DBB6CA5-F2AE-4582-8853-2D0D54BA74C3}" type="pres">
      <dgm:prSet presAssocID="{03218039-0FD6-449E-A5F4-97CC5B2387C2}" presName="parTx" presStyleLbl="revTx" presStyleIdx="2" presStyleCnt="4">
        <dgm:presLayoutVars>
          <dgm:chMax val="0"/>
          <dgm:chPref val="0"/>
        </dgm:presLayoutVars>
      </dgm:prSet>
      <dgm:spPr/>
    </dgm:pt>
    <dgm:pt modelId="{8DAAC778-02A8-4FCC-A58C-E38C76AB149E}" type="pres">
      <dgm:prSet presAssocID="{597AC0F7-D39D-462D-94F5-C89E78138A28}" presName="sibTrans" presStyleCnt="0"/>
      <dgm:spPr/>
    </dgm:pt>
    <dgm:pt modelId="{F871A37D-28BE-4C3C-B90E-8FF9450B7636}" type="pres">
      <dgm:prSet presAssocID="{21B07C37-6EE0-4EE3-BE23-BA3095A568F2}" presName="compNode" presStyleCnt="0"/>
      <dgm:spPr/>
    </dgm:pt>
    <dgm:pt modelId="{401F7249-F8C9-41DD-8581-560ED5E5DFA1}" type="pres">
      <dgm:prSet presAssocID="{21B07C37-6EE0-4EE3-BE23-BA3095A568F2}" presName="bgRect" presStyleLbl="bgShp" presStyleIdx="3" presStyleCnt="4"/>
      <dgm:spPr/>
    </dgm:pt>
    <dgm:pt modelId="{CBE113B7-9236-4D9B-B88D-135ACCA45249}" type="pres">
      <dgm:prSet presAssocID="{21B07C37-6EE0-4EE3-BE23-BA3095A568F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8B521520-D64B-491C-8CB9-C2D83199531E}" type="pres">
      <dgm:prSet presAssocID="{21B07C37-6EE0-4EE3-BE23-BA3095A568F2}" presName="spaceRect" presStyleCnt="0"/>
      <dgm:spPr/>
    </dgm:pt>
    <dgm:pt modelId="{C116604C-91A6-4452-A921-2EF790B56DD4}" type="pres">
      <dgm:prSet presAssocID="{21B07C37-6EE0-4EE3-BE23-BA3095A568F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604FDC07-4C6B-4F73-BF15-A6679993483E}" srcId="{FE29A786-DE0E-4DCE-9A6C-576909DA4055}" destId="{03218039-0FD6-449E-A5F4-97CC5B2387C2}" srcOrd="2" destOrd="0" parTransId="{2CE7C52A-F1F0-4B25-A89E-3836158C7995}" sibTransId="{597AC0F7-D39D-462D-94F5-C89E78138A28}"/>
    <dgm:cxn modelId="{8AAB5D33-45B5-439A-9E63-4FF47F280647}" type="presOf" srcId="{03218039-0FD6-449E-A5F4-97CC5B2387C2}" destId="{9DBB6CA5-F2AE-4582-8853-2D0D54BA74C3}" srcOrd="0" destOrd="0" presId="urn:microsoft.com/office/officeart/2018/2/layout/IconVerticalSolidList"/>
    <dgm:cxn modelId="{27F55A4E-F5D0-451B-A731-92415E6B0E3D}" srcId="{FE29A786-DE0E-4DCE-9A6C-576909DA4055}" destId="{18474002-178A-4BEC-8988-79074B634496}" srcOrd="0" destOrd="0" parTransId="{F275A14E-2328-4447-AC4F-94AA8F9B2D91}" sibTransId="{BFB920F7-FFD5-4D43-A92B-73132F0E2087}"/>
    <dgm:cxn modelId="{30F75A78-83F3-4BB9-BD38-05BE7E8B559A}" type="presOf" srcId="{FE29A786-DE0E-4DCE-9A6C-576909DA4055}" destId="{93019A35-6E79-4D7D-B600-ADEFF64E560C}" srcOrd="0" destOrd="0" presId="urn:microsoft.com/office/officeart/2018/2/layout/IconVerticalSolidList"/>
    <dgm:cxn modelId="{4CED077C-424D-48EA-A9B5-AA09F62FF1F1}" srcId="{FE29A786-DE0E-4DCE-9A6C-576909DA4055}" destId="{03078336-29F8-4DAB-AEB8-0F962DA3D69D}" srcOrd="1" destOrd="0" parTransId="{D779E96F-55AC-4A7E-BB97-E51F209512C6}" sibTransId="{F3D8ACD4-B3BC-44E0-8775-D75606F27F3F}"/>
    <dgm:cxn modelId="{CFF27FAA-BEDC-4A33-B2B1-9C115247609D}" type="presOf" srcId="{03078336-29F8-4DAB-AEB8-0F962DA3D69D}" destId="{B0147111-65F6-4DA6-8E45-E2EE19F6D22A}" srcOrd="0" destOrd="0" presId="urn:microsoft.com/office/officeart/2018/2/layout/IconVerticalSolidList"/>
    <dgm:cxn modelId="{219813CE-4885-4593-94FF-AD866E2A92FC}" srcId="{FE29A786-DE0E-4DCE-9A6C-576909DA4055}" destId="{21B07C37-6EE0-4EE3-BE23-BA3095A568F2}" srcOrd="3" destOrd="0" parTransId="{A06A9D81-893B-4093-9CB4-AAF78DC31FE2}" sibTransId="{4A6040A1-CC18-4280-9937-EA4BDD873301}"/>
    <dgm:cxn modelId="{5FB0EDF6-64C0-4A53-8815-ED3381160C6B}" type="presOf" srcId="{21B07C37-6EE0-4EE3-BE23-BA3095A568F2}" destId="{C116604C-91A6-4452-A921-2EF790B56DD4}" srcOrd="0" destOrd="0" presId="urn:microsoft.com/office/officeart/2018/2/layout/IconVerticalSolidList"/>
    <dgm:cxn modelId="{7D956AFA-B7F7-4672-88DA-43FABA2E128E}" type="presOf" srcId="{18474002-178A-4BEC-8988-79074B634496}" destId="{035B4623-4EA4-45A2-9C8B-9AD893725FDC}" srcOrd="0" destOrd="0" presId="urn:microsoft.com/office/officeart/2018/2/layout/IconVerticalSolidList"/>
    <dgm:cxn modelId="{1A980DA1-D421-41A2-ACEC-7B907B32177B}" type="presParOf" srcId="{93019A35-6E79-4D7D-B600-ADEFF64E560C}" destId="{6A157BFB-D353-4956-909D-D3BF9224DFD4}" srcOrd="0" destOrd="0" presId="urn:microsoft.com/office/officeart/2018/2/layout/IconVerticalSolidList"/>
    <dgm:cxn modelId="{F0705154-AE79-4517-BE2C-7EA029F80CD8}" type="presParOf" srcId="{6A157BFB-D353-4956-909D-D3BF9224DFD4}" destId="{C4BA66C1-6C43-41AB-A233-F26325EF9BFF}" srcOrd="0" destOrd="0" presId="urn:microsoft.com/office/officeart/2018/2/layout/IconVerticalSolidList"/>
    <dgm:cxn modelId="{6723F435-675F-4208-A291-6593EAF1727D}" type="presParOf" srcId="{6A157BFB-D353-4956-909D-D3BF9224DFD4}" destId="{87250A6F-6AE2-4B33-9329-8C5D21B19777}" srcOrd="1" destOrd="0" presId="urn:microsoft.com/office/officeart/2018/2/layout/IconVerticalSolidList"/>
    <dgm:cxn modelId="{F1A810F3-ED2A-4072-BA85-19F930469237}" type="presParOf" srcId="{6A157BFB-D353-4956-909D-D3BF9224DFD4}" destId="{65D22B23-C5EC-48BB-B80E-8BCB56F289BC}" srcOrd="2" destOrd="0" presId="urn:microsoft.com/office/officeart/2018/2/layout/IconVerticalSolidList"/>
    <dgm:cxn modelId="{B804D02C-BA35-4E73-8FCD-BD6C3DF06204}" type="presParOf" srcId="{6A157BFB-D353-4956-909D-D3BF9224DFD4}" destId="{035B4623-4EA4-45A2-9C8B-9AD893725FDC}" srcOrd="3" destOrd="0" presId="urn:microsoft.com/office/officeart/2018/2/layout/IconVerticalSolidList"/>
    <dgm:cxn modelId="{CC225059-A5EC-42A3-8AB5-9655E21642BC}" type="presParOf" srcId="{93019A35-6E79-4D7D-B600-ADEFF64E560C}" destId="{050C00D1-E9E9-4C24-8E9F-5FF65E9518FC}" srcOrd="1" destOrd="0" presId="urn:microsoft.com/office/officeart/2018/2/layout/IconVerticalSolidList"/>
    <dgm:cxn modelId="{CA677AD0-B369-4B07-B9C0-B6668D1ABDE3}" type="presParOf" srcId="{93019A35-6E79-4D7D-B600-ADEFF64E560C}" destId="{A93A4C55-20A4-4C77-A333-56A77A01FEA8}" srcOrd="2" destOrd="0" presId="urn:microsoft.com/office/officeart/2018/2/layout/IconVerticalSolidList"/>
    <dgm:cxn modelId="{E8032866-8566-475F-9ED6-662E66B0E430}" type="presParOf" srcId="{A93A4C55-20A4-4C77-A333-56A77A01FEA8}" destId="{37CFFFBF-4C14-431B-BE88-0CCEF3DB3075}" srcOrd="0" destOrd="0" presId="urn:microsoft.com/office/officeart/2018/2/layout/IconVerticalSolidList"/>
    <dgm:cxn modelId="{8646B71E-9F42-452A-AF9C-42DDD40FBF2E}" type="presParOf" srcId="{A93A4C55-20A4-4C77-A333-56A77A01FEA8}" destId="{1F6C4927-A78E-4CBD-A279-9DBA42B6B614}" srcOrd="1" destOrd="0" presId="urn:microsoft.com/office/officeart/2018/2/layout/IconVerticalSolidList"/>
    <dgm:cxn modelId="{6327071C-C7BA-4C2B-BA2D-39FF254F3683}" type="presParOf" srcId="{A93A4C55-20A4-4C77-A333-56A77A01FEA8}" destId="{EE51369E-D751-4572-A52E-590D2C66B622}" srcOrd="2" destOrd="0" presId="urn:microsoft.com/office/officeart/2018/2/layout/IconVerticalSolidList"/>
    <dgm:cxn modelId="{BB6AC323-21FC-4918-9355-D513A1311307}" type="presParOf" srcId="{A93A4C55-20A4-4C77-A333-56A77A01FEA8}" destId="{B0147111-65F6-4DA6-8E45-E2EE19F6D22A}" srcOrd="3" destOrd="0" presId="urn:microsoft.com/office/officeart/2018/2/layout/IconVerticalSolidList"/>
    <dgm:cxn modelId="{F144367F-A736-41CD-8308-AEDD2777C253}" type="presParOf" srcId="{93019A35-6E79-4D7D-B600-ADEFF64E560C}" destId="{152F4D19-42C4-4A37-90E6-63293640925D}" srcOrd="3" destOrd="0" presId="urn:microsoft.com/office/officeart/2018/2/layout/IconVerticalSolidList"/>
    <dgm:cxn modelId="{EE5A8F7E-8533-4283-A372-B54162B4FBEA}" type="presParOf" srcId="{93019A35-6E79-4D7D-B600-ADEFF64E560C}" destId="{BA7CB7BC-EDFF-481E-9FC5-4C14610DD39A}" srcOrd="4" destOrd="0" presId="urn:microsoft.com/office/officeart/2018/2/layout/IconVerticalSolidList"/>
    <dgm:cxn modelId="{D539775E-7183-4B31-94A1-60AFDF2493F6}" type="presParOf" srcId="{BA7CB7BC-EDFF-481E-9FC5-4C14610DD39A}" destId="{7F2EED68-0C44-476C-BD70-8060C9656208}" srcOrd="0" destOrd="0" presId="urn:microsoft.com/office/officeart/2018/2/layout/IconVerticalSolidList"/>
    <dgm:cxn modelId="{04BE7EC1-2909-4F91-9288-A0ED93989591}" type="presParOf" srcId="{BA7CB7BC-EDFF-481E-9FC5-4C14610DD39A}" destId="{30F9E00F-9E50-4F05-AA69-A9036AA6A706}" srcOrd="1" destOrd="0" presId="urn:microsoft.com/office/officeart/2018/2/layout/IconVerticalSolidList"/>
    <dgm:cxn modelId="{E8938A66-291A-4225-95B5-E33E87E3FCD0}" type="presParOf" srcId="{BA7CB7BC-EDFF-481E-9FC5-4C14610DD39A}" destId="{C11181E3-B859-4C93-A95D-A7F7E5F803C2}" srcOrd="2" destOrd="0" presId="urn:microsoft.com/office/officeart/2018/2/layout/IconVerticalSolidList"/>
    <dgm:cxn modelId="{8B4EADFE-BA9E-4F00-811C-4DB391044C5C}" type="presParOf" srcId="{BA7CB7BC-EDFF-481E-9FC5-4C14610DD39A}" destId="{9DBB6CA5-F2AE-4582-8853-2D0D54BA74C3}" srcOrd="3" destOrd="0" presId="urn:microsoft.com/office/officeart/2018/2/layout/IconVerticalSolidList"/>
    <dgm:cxn modelId="{C5AA6474-E658-4D47-BE4C-62022D30E9AC}" type="presParOf" srcId="{93019A35-6E79-4D7D-B600-ADEFF64E560C}" destId="{8DAAC778-02A8-4FCC-A58C-E38C76AB149E}" srcOrd="5" destOrd="0" presId="urn:microsoft.com/office/officeart/2018/2/layout/IconVerticalSolidList"/>
    <dgm:cxn modelId="{4A126BFE-BC30-41D2-A1C0-0DFC2AB00C70}" type="presParOf" srcId="{93019A35-6E79-4D7D-B600-ADEFF64E560C}" destId="{F871A37D-28BE-4C3C-B90E-8FF9450B7636}" srcOrd="6" destOrd="0" presId="urn:microsoft.com/office/officeart/2018/2/layout/IconVerticalSolidList"/>
    <dgm:cxn modelId="{F6FE27A9-BBAA-43D3-9279-7E300E33AD69}" type="presParOf" srcId="{F871A37D-28BE-4C3C-B90E-8FF9450B7636}" destId="{401F7249-F8C9-41DD-8581-560ED5E5DFA1}" srcOrd="0" destOrd="0" presId="urn:microsoft.com/office/officeart/2018/2/layout/IconVerticalSolidList"/>
    <dgm:cxn modelId="{83E91020-1B40-4001-8BFC-0284DD3DAD36}" type="presParOf" srcId="{F871A37D-28BE-4C3C-B90E-8FF9450B7636}" destId="{CBE113B7-9236-4D9B-B88D-135ACCA45249}" srcOrd="1" destOrd="0" presId="urn:microsoft.com/office/officeart/2018/2/layout/IconVerticalSolidList"/>
    <dgm:cxn modelId="{8C81B0EB-A7B6-485E-9D60-30A6AF48215D}" type="presParOf" srcId="{F871A37D-28BE-4C3C-B90E-8FF9450B7636}" destId="{8B521520-D64B-491C-8CB9-C2D83199531E}" srcOrd="2" destOrd="0" presId="urn:microsoft.com/office/officeart/2018/2/layout/IconVerticalSolidList"/>
    <dgm:cxn modelId="{16177CDD-B287-4DDA-9EC1-0E7B1045BD14}" type="presParOf" srcId="{F871A37D-28BE-4C3C-B90E-8FF9450B7636}" destId="{C116604C-91A6-4452-A921-2EF790B56DD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BAE75D-264D-4782-8812-826B4DCFAD68}">
      <dsp:nvSpPr>
        <dsp:cNvPr id="0" name=""/>
        <dsp:cNvSpPr/>
      </dsp:nvSpPr>
      <dsp:spPr>
        <a:xfrm>
          <a:off x="0" y="420"/>
          <a:ext cx="4992577" cy="57886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DA377E-9F7B-4C56-B81D-B6B70FEA7D0B}">
      <dsp:nvSpPr>
        <dsp:cNvPr id="0" name=""/>
        <dsp:cNvSpPr/>
      </dsp:nvSpPr>
      <dsp:spPr>
        <a:xfrm>
          <a:off x="175107" y="130665"/>
          <a:ext cx="318377" cy="31837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16D490-EADA-4984-9620-DF2C1A45EA9B}">
      <dsp:nvSpPr>
        <dsp:cNvPr id="0" name=""/>
        <dsp:cNvSpPr/>
      </dsp:nvSpPr>
      <dsp:spPr>
        <a:xfrm>
          <a:off x="668591" y="420"/>
          <a:ext cx="4323985" cy="5788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263" tIns="61263" rIns="61263" bIns="61263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End-to-End Process:</a:t>
          </a:r>
        </a:p>
      </dsp:txBody>
      <dsp:txXfrm>
        <a:off x="668591" y="420"/>
        <a:ext cx="4323985" cy="578867"/>
      </dsp:txXfrm>
    </dsp:sp>
    <dsp:sp modelId="{8C1720B4-64C9-4D52-AED5-802AA3970DF8}">
      <dsp:nvSpPr>
        <dsp:cNvPr id="0" name=""/>
        <dsp:cNvSpPr/>
      </dsp:nvSpPr>
      <dsp:spPr>
        <a:xfrm>
          <a:off x="0" y="724004"/>
          <a:ext cx="4992577" cy="57886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F17477-F675-40E3-8FA8-4F8852885962}">
      <dsp:nvSpPr>
        <dsp:cNvPr id="0" name=""/>
        <dsp:cNvSpPr/>
      </dsp:nvSpPr>
      <dsp:spPr>
        <a:xfrm>
          <a:off x="175107" y="854250"/>
          <a:ext cx="318377" cy="31837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74FF47-6373-4631-9F91-F22D1F7876CF}">
      <dsp:nvSpPr>
        <dsp:cNvPr id="0" name=""/>
        <dsp:cNvSpPr/>
      </dsp:nvSpPr>
      <dsp:spPr>
        <a:xfrm>
          <a:off x="668591" y="724004"/>
          <a:ext cx="4323985" cy="5788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263" tIns="61263" rIns="61263" bIns="61263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1. Lecturer registration and login</a:t>
          </a:r>
        </a:p>
      </dsp:txBody>
      <dsp:txXfrm>
        <a:off x="668591" y="724004"/>
        <a:ext cx="4323985" cy="578867"/>
      </dsp:txXfrm>
    </dsp:sp>
    <dsp:sp modelId="{50BA8D8F-D25D-4F70-8940-CF8FEC39955E}">
      <dsp:nvSpPr>
        <dsp:cNvPr id="0" name=""/>
        <dsp:cNvSpPr/>
      </dsp:nvSpPr>
      <dsp:spPr>
        <a:xfrm>
          <a:off x="0" y="1447589"/>
          <a:ext cx="4992577" cy="57886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E8D7F0-66CE-4A99-BFBC-FE3244A7788E}">
      <dsp:nvSpPr>
        <dsp:cNvPr id="0" name=""/>
        <dsp:cNvSpPr/>
      </dsp:nvSpPr>
      <dsp:spPr>
        <a:xfrm>
          <a:off x="175107" y="1577834"/>
          <a:ext cx="318377" cy="31837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F7BF3E-88B4-4D23-87EF-008BE3EF6C5A}">
      <dsp:nvSpPr>
        <dsp:cNvPr id="0" name=""/>
        <dsp:cNvSpPr/>
      </dsp:nvSpPr>
      <dsp:spPr>
        <a:xfrm>
          <a:off x="668591" y="1447589"/>
          <a:ext cx="4323985" cy="5788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263" tIns="61263" rIns="61263" bIns="61263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2. Claim submission with auto-calculation</a:t>
          </a:r>
        </a:p>
      </dsp:txBody>
      <dsp:txXfrm>
        <a:off x="668591" y="1447589"/>
        <a:ext cx="4323985" cy="578867"/>
      </dsp:txXfrm>
    </dsp:sp>
    <dsp:sp modelId="{42271421-D711-4E01-9ABC-7FCA1DE363F1}">
      <dsp:nvSpPr>
        <dsp:cNvPr id="0" name=""/>
        <dsp:cNvSpPr/>
      </dsp:nvSpPr>
      <dsp:spPr>
        <a:xfrm>
          <a:off x="0" y="2171173"/>
          <a:ext cx="4992577" cy="57886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157313-0141-457B-A898-AB2A64B81BFA}">
      <dsp:nvSpPr>
        <dsp:cNvPr id="0" name=""/>
        <dsp:cNvSpPr/>
      </dsp:nvSpPr>
      <dsp:spPr>
        <a:xfrm>
          <a:off x="175107" y="2301418"/>
          <a:ext cx="318377" cy="31837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6D8F56-D8CC-435D-A0F3-D04D5E8BF704}">
      <dsp:nvSpPr>
        <dsp:cNvPr id="0" name=""/>
        <dsp:cNvSpPr/>
      </dsp:nvSpPr>
      <dsp:spPr>
        <a:xfrm>
          <a:off x="668591" y="2171173"/>
          <a:ext cx="4323985" cy="5788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263" tIns="61263" rIns="61263" bIns="61263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3. Coordinator review and validation</a:t>
          </a:r>
        </a:p>
      </dsp:txBody>
      <dsp:txXfrm>
        <a:off x="668591" y="2171173"/>
        <a:ext cx="4323985" cy="578867"/>
      </dsp:txXfrm>
    </dsp:sp>
    <dsp:sp modelId="{ED71FD4B-50F8-4481-8412-33F3239D5A60}">
      <dsp:nvSpPr>
        <dsp:cNvPr id="0" name=""/>
        <dsp:cNvSpPr/>
      </dsp:nvSpPr>
      <dsp:spPr>
        <a:xfrm>
          <a:off x="0" y="2894758"/>
          <a:ext cx="4992577" cy="57886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7EEEC4-F996-4426-BF84-5D85CFCE1F07}">
      <dsp:nvSpPr>
        <dsp:cNvPr id="0" name=""/>
        <dsp:cNvSpPr/>
      </dsp:nvSpPr>
      <dsp:spPr>
        <a:xfrm>
          <a:off x="175107" y="3025003"/>
          <a:ext cx="318377" cy="31837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A31E1A-8755-49C5-B6C0-6AFA0B045801}">
      <dsp:nvSpPr>
        <dsp:cNvPr id="0" name=""/>
        <dsp:cNvSpPr/>
      </dsp:nvSpPr>
      <dsp:spPr>
        <a:xfrm>
          <a:off x="668591" y="2894758"/>
          <a:ext cx="4323985" cy="5788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263" tIns="61263" rIns="61263" bIns="61263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4. Manager final approval</a:t>
          </a:r>
        </a:p>
      </dsp:txBody>
      <dsp:txXfrm>
        <a:off x="668591" y="2894758"/>
        <a:ext cx="4323985" cy="578867"/>
      </dsp:txXfrm>
    </dsp:sp>
    <dsp:sp modelId="{46D69E72-7F7C-41CE-8258-7CE41C419A0C}">
      <dsp:nvSpPr>
        <dsp:cNvPr id="0" name=""/>
        <dsp:cNvSpPr/>
      </dsp:nvSpPr>
      <dsp:spPr>
        <a:xfrm>
          <a:off x="0" y="3618342"/>
          <a:ext cx="4992577" cy="57886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A53969-5B68-4329-B1D9-672FB57F891B}">
      <dsp:nvSpPr>
        <dsp:cNvPr id="0" name=""/>
        <dsp:cNvSpPr/>
      </dsp:nvSpPr>
      <dsp:spPr>
        <a:xfrm>
          <a:off x="175107" y="3748587"/>
          <a:ext cx="318377" cy="318377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6A457E-916F-475E-A5E8-DA16B1D67A7E}">
      <dsp:nvSpPr>
        <dsp:cNvPr id="0" name=""/>
        <dsp:cNvSpPr/>
      </dsp:nvSpPr>
      <dsp:spPr>
        <a:xfrm>
          <a:off x="668591" y="3618342"/>
          <a:ext cx="4323985" cy="5788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263" tIns="61263" rIns="61263" bIns="61263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5. HR processing and reporting</a:t>
          </a:r>
        </a:p>
      </dsp:txBody>
      <dsp:txXfrm>
        <a:off x="668591" y="3618342"/>
        <a:ext cx="4323985" cy="578867"/>
      </dsp:txXfrm>
    </dsp:sp>
    <dsp:sp modelId="{D9C49F4C-7603-4E7E-967C-91D558F4D172}">
      <dsp:nvSpPr>
        <dsp:cNvPr id="0" name=""/>
        <dsp:cNvSpPr/>
      </dsp:nvSpPr>
      <dsp:spPr>
        <a:xfrm>
          <a:off x="0" y="4341926"/>
          <a:ext cx="4992577" cy="57886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910AC3-84E6-4E4E-AE69-3468B4ED2743}">
      <dsp:nvSpPr>
        <dsp:cNvPr id="0" name=""/>
        <dsp:cNvSpPr/>
      </dsp:nvSpPr>
      <dsp:spPr>
        <a:xfrm>
          <a:off x="175107" y="4472172"/>
          <a:ext cx="318377" cy="318377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5D8A85-6F3B-44B0-B991-E2E9FB12EB7D}">
      <dsp:nvSpPr>
        <dsp:cNvPr id="0" name=""/>
        <dsp:cNvSpPr/>
      </dsp:nvSpPr>
      <dsp:spPr>
        <a:xfrm>
          <a:off x="668591" y="4341926"/>
          <a:ext cx="4323985" cy="5788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263" tIns="61263" rIns="61263" bIns="61263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6. Continuous status tracking throughout</a:t>
          </a:r>
        </a:p>
      </dsp:txBody>
      <dsp:txXfrm>
        <a:off x="668591" y="4341926"/>
        <a:ext cx="4323985" cy="57886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BA66C1-6C43-41AB-A233-F26325EF9BFF}">
      <dsp:nvSpPr>
        <dsp:cNvPr id="0" name=""/>
        <dsp:cNvSpPr/>
      </dsp:nvSpPr>
      <dsp:spPr>
        <a:xfrm>
          <a:off x="0" y="2042"/>
          <a:ext cx="4992577" cy="103518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250A6F-6AE2-4B33-9329-8C5D21B19777}">
      <dsp:nvSpPr>
        <dsp:cNvPr id="0" name=""/>
        <dsp:cNvSpPr/>
      </dsp:nvSpPr>
      <dsp:spPr>
        <a:xfrm>
          <a:off x="313143" y="234959"/>
          <a:ext cx="569351" cy="5693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5B4623-4EA4-45A2-9C8B-9AD893725FDC}">
      <dsp:nvSpPr>
        <dsp:cNvPr id="0" name=""/>
        <dsp:cNvSpPr/>
      </dsp:nvSpPr>
      <dsp:spPr>
        <a:xfrm>
          <a:off x="1195638" y="2042"/>
          <a:ext cx="3796938" cy="10351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557" tIns="109557" rIns="109557" bIns="109557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AspNetUsers` - User accounts and roles</a:t>
          </a:r>
        </a:p>
      </dsp:txBody>
      <dsp:txXfrm>
        <a:off x="1195638" y="2042"/>
        <a:ext cx="3796938" cy="1035185"/>
      </dsp:txXfrm>
    </dsp:sp>
    <dsp:sp modelId="{37CFFFBF-4C14-431B-BE88-0CCEF3DB3075}">
      <dsp:nvSpPr>
        <dsp:cNvPr id="0" name=""/>
        <dsp:cNvSpPr/>
      </dsp:nvSpPr>
      <dsp:spPr>
        <a:xfrm>
          <a:off x="0" y="1296024"/>
          <a:ext cx="4992577" cy="103518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6C4927-A78E-4CBD-A279-9DBA42B6B614}">
      <dsp:nvSpPr>
        <dsp:cNvPr id="0" name=""/>
        <dsp:cNvSpPr/>
      </dsp:nvSpPr>
      <dsp:spPr>
        <a:xfrm>
          <a:off x="313143" y="1528940"/>
          <a:ext cx="569351" cy="5693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147111-65F6-4DA6-8E45-E2EE19F6D22A}">
      <dsp:nvSpPr>
        <dsp:cNvPr id="0" name=""/>
        <dsp:cNvSpPr/>
      </dsp:nvSpPr>
      <dsp:spPr>
        <a:xfrm>
          <a:off x="1195638" y="1296024"/>
          <a:ext cx="3796938" cy="10351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557" tIns="109557" rIns="109557" bIns="109557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`Claims` - Claim submissions and status</a:t>
          </a:r>
        </a:p>
      </dsp:txBody>
      <dsp:txXfrm>
        <a:off x="1195638" y="1296024"/>
        <a:ext cx="3796938" cy="1035185"/>
      </dsp:txXfrm>
    </dsp:sp>
    <dsp:sp modelId="{7F2EED68-0C44-476C-BD70-8060C9656208}">
      <dsp:nvSpPr>
        <dsp:cNvPr id="0" name=""/>
        <dsp:cNvSpPr/>
      </dsp:nvSpPr>
      <dsp:spPr>
        <a:xfrm>
          <a:off x="0" y="2590005"/>
          <a:ext cx="4992577" cy="103518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F9E00F-9E50-4F05-AA69-A9036AA6A706}">
      <dsp:nvSpPr>
        <dsp:cNvPr id="0" name=""/>
        <dsp:cNvSpPr/>
      </dsp:nvSpPr>
      <dsp:spPr>
        <a:xfrm>
          <a:off x="313143" y="2822922"/>
          <a:ext cx="569351" cy="56935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BB6CA5-F2AE-4582-8853-2D0D54BA74C3}">
      <dsp:nvSpPr>
        <dsp:cNvPr id="0" name=""/>
        <dsp:cNvSpPr/>
      </dsp:nvSpPr>
      <dsp:spPr>
        <a:xfrm>
          <a:off x="1195638" y="2590005"/>
          <a:ext cx="3796938" cy="10351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557" tIns="109557" rIns="109557" bIns="109557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`SupportingDocuments` - File attachments</a:t>
          </a:r>
        </a:p>
      </dsp:txBody>
      <dsp:txXfrm>
        <a:off x="1195638" y="2590005"/>
        <a:ext cx="3796938" cy="1035185"/>
      </dsp:txXfrm>
    </dsp:sp>
    <dsp:sp modelId="{401F7249-F8C9-41DD-8581-560ED5E5DFA1}">
      <dsp:nvSpPr>
        <dsp:cNvPr id="0" name=""/>
        <dsp:cNvSpPr/>
      </dsp:nvSpPr>
      <dsp:spPr>
        <a:xfrm>
          <a:off x="0" y="3883987"/>
          <a:ext cx="4992577" cy="103518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E113B7-9236-4D9B-B88D-135ACCA45249}">
      <dsp:nvSpPr>
        <dsp:cNvPr id="0" name=""/>
        <dsp:cNvSpPr/>
      </dsp:nvSpPr>
      <dsp:spPr>
        <a:xfrm>
          <a:off x="313143" y="4116903"/>
          <a:ext cx="569351" cy="56935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16604C-91A6-4452-A921-2EF790B56DD4}">
      <dsp:nvSpPr>
        <dsp:cNvPr id="0" name=""/>
        <dsp:cNvSpPr/>
      </dsp:nvSpPr>
      <dsp:spPr>
        <a:xfrm>
          <a:off x="1195638" y="3883987"/>
          <a:ext cx="3796938" cy="10351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557" tIns="109557" rIns="109557" bIns="109557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`ApprovalHistory` - Audit trail records</a:t>
          </a:r>
        </a:p>
      </dsp:txBody>
      <dsp:txXfrm>
        <a:off x="1195638" y="3883987"/>
        <a:ext cx="3796938" cy="10351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Freeform 28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lumMod val="75000"/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917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374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258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981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206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682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444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919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383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02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9637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4184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684985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6480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3360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240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cxnSp>
          <p:nvCxnSpPr>
            <p:cNvPr id="7" name="Straight Connector 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 8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6905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2550" y="609600"/>
            <a:ext cx="2802951" cy="1320800"/>
          </a:xfrm>
        </p:spPr>
        <p:txBody>
          <a:bodyPr>
            <a:normAutofit/>
          </a:bodyPr>
          <a:lstStyle/>
          <a:p>
            <a:r>
              <a:t>Title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07172" y="2160589"/>
            <a:ext cx="3048329" cy="3880773"/>
          </a:xfrm>
        </p:spPr>
        <p:txBody>
          <a:bodyPr>
            <a:normAutofit/>
          </a:bodyPr>
          <a:lstStyle/>
          <a:p>
            <a:r>
              <a:t>Title: Contract Monthly Claim System (CMCS)</a:t>
            </a:r>
          </a:p>
          <a:p>
            <a:r>
              <a:t>Subtitle: POE Part 3</a:t>
            </a:r>
          </a:p>
          <a:p>
            <a:r>
              <a:t>Your Name: Matshidiso Nthebe</a:t>
            </a:r>
          </a:p>
          <a:p>
            <a:r>
              <a:t>Student NR: ST10449727</a:t>
            </a:r>
          </a:p>
          <a:p>
            <a:r>
              <a:t>Course: PROG6212 - Programming 2B</a:t>
            </a:r>
          </a:p>
        </p:txBody>
      </p:sp>
      <p:pic>
        <p:nvPicPr>
          <p:cNvPr id="5" name="Picture 4" descr="Pen placed on top of a signature line">
            <a:extLst>
              <a:ext uri="{FF2B5EF4-FFF2-40B4-BE49-F238E27FC236}">
                <a16:creationId xmlns:a16="http://schemas.microsoft.com/office/drawing/2014/main" id="{C981C649-A35A-4AC4-FC51-6135912B53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256" r="5361" b="-2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2550" y="609600"/>
            <a:ext cx="2802951" cy="1320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/>
              <a:t>Problem Statement &amp;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07172" y="2160589"/>
            <a:ext cx="3048329" cy="388077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100"/>
              <a:t>The Current Challenge:</a:t>
            </a:r>
          </a:p>
          <a:p>
            <a:pPr>
              <a:lnSpc>
                <a:spcPct val="90000"/>
              </a:lnSpc>
            </a:pPr>
            <a:r>
              <a:rPr lang="en-US" sz="1100"/>
              <a:t>Manual, paper-based claim submission process</a:t>
            </a:r>
          </a:p>
          <a:p>
            <a:pPr>
              <a:lnSpc>
                <a:spcPct val="90000"/>
              </a:lnSpc>
            </a:pPr>
            <a:r>
              <a:rPr lang="en-US" sz="1100"/>
              <a:t>Time-consuming and prone to errors</a:t>
            </a:r>
          </a:p>
          <a:p>
            <a:pPr>
              <a:lnSpc>
                <a:spcPct val="90000"/>
              </a:lnSpc>
            </a:pPr>
            <a:r>
              <a:rPr lang="en-US" sz="1100"/>
              <a:t>Lack of transparency in approval status</a:t>
            </a:r>
          </a:p>
          <a:p>
            <a:pPr>
              <a:lnSpc>
                <a:spcPct val="90000"/>
              </a:lnSpc>
            </a:pPr>
            <a:r>
              <a:rPr lang="en-US" sz="1100"/>
              <a:t>Difficult tracking and reporting</a:t>
            </a:r>
          </a:p>
          <a:p>
            <a:pPr>
              <a:lnSpc>
                <a:spcPct val="90000"/>
              </a:lnSpc>
            </a:pPr>
            <a:endParaRPr lang="en-US" sz="1100"/>
          </a:p>
          <a:p>
            <a:pPr>
              <a:lnSpc>
                <a:spcPct val="90000"/>
              </a:lnSpc>
            </a:pPr>
            <a:r>
              <a:rPr lang="en-US" sz="1100"/>
              <a:t>Our Vision:</a:t>
            </a:r>
          </a:p>
          <a:p>
            <a:pPr>
              <a:lnSpc>
                <a:spcPct val="90000"/>
              </a:lnSpc>
            </a:pPr>
            <a:r>
              <a:rPr lang="en-US" sz="1100"/>
              <a:t>Digital, automated web-based platform</a:t>
            </a:r>
          </a:p>
          <a:p>
            <a:pPr>
              <a:lnSpc>
                <a:spcPct val="90000"/>
              </a:lnSpc>
            </a:pPr>
            <a:r>
              <a:rPr lang="en-US" sz="1100"/>
              <a:t>Streamlined approval workflow</a:t>
            </a:r>
          </a:p>
          <a:p>
            <a:pPr>
              <a:lnSpc>
                <a:spcPct val="90000"/>
              </a:lnSpc>
            </a:pPr>
            <a:r>
              <a:rPr lang="en-US" sz="1100"/>
              <a:t>Real-time status tracking</a:t>
            </a:r>
          </a:p>
          <a:p>
            <a:pPr>
              <a:lnSpc>
                <a:spcPct val="90000"/>
              </a:lnSpc>
            </a:pPr>
            <a:r>
              <a:rPr lang="en-US" sz="1100"/>
              <a:t>Enhanced transparency and efficiency</a:t>
            </a:r>
          </a:p>
        </p:txBody>
      </p:sp>
      <p:pic>
        <p:nvPicPr>
          <p:cNvPr id="5" name="Picture 4" descr="Magnifying glass showing decling performance">
            <a:extLst>
              <a:ext uri="{FF2B5EF4-FFF2-40B4-BE49-F238E27FC236}">
                <a16:creationId xmlns:a16="http://schemas.microsoft.com/office/drawing/2014/main" id="{4D959211-F28A-3A23-547C-FAB7D72B7C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027" r="45590" b="-2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609600"/>
            <a:ext cx="6447501" cy="1320800"/>
          </a:xfrm>
        </p:spPr>
        <p:txBody>
          <a:bodyPr>
            <a:normAutofit/>
          </a:bodyPr>
          <a:lstStyle/>
          <a:p>
            <a:r>
              <a:t>Key Stakeholders &amp; User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2160589"/>
            <a:ext cx="6447501" cy="3880773"/>
          </a:xfrm>
        </p:spPr>
        <p:txBody>
          <a:bodyPr>
            <a:normAutofit/>
          </a:bodyPr>
          <a:lstStyle/>
          <a:p>
            <a:r>
              <a:rPr lang="en-US" sz="1700"/>
              <a:t>User Roles:</a:t>
            </a:r>
          </a:p>
          <a:p>
            <a:r>
              <a:rPr lang="en-US" sz="1700"/>
              <a:t>Lecturer: Submits claims, tracks status, uploads documents</a:t>
            </a:r>
          </a:p>
          <a:p>
            <a:r>
              <a:rPr lang="en-US" sz="1700"/>
              <a:t>Programme Coordinator: Reviews and validates claims</a:t>
            </a:r>
          </a:p>
          <a:p>
            <a:r>
              <a:rPr lang="en-US" sz="1700"/>
              <a:t>Programme Manager: Final approval/rejection authority</a:t>
            </a:r>
          </a:p>
          <a:p>
            <a:r>
              <a:rPr lang="en-US" sz="1700"/>
              <a:t>HR Department: Payment processing and data management</a:t>
            </a:r>
          </a:p>
          <a:p>
            <a:endParaRPr lang="en-US" sz="1700"/>
          </a:p>
          <a:p>
            <a:r>
              <a:rPr lang="en-US" sz="1700"/>
              <a:t>Stakeholders:</a:t>
            </a:r>
          </a:p>
          <a:p>
            <a:r>
              <a:rPr lang="en-US" sz="1700"/>
              <a:t>Students (Developers)</a:t>
            </a:r>
          </a:p>
          <a:p>
            <a:r>
              <a:rPr lang="en-US" sz="1700"/>
              <a:t>Academic Staff (End Users)</a:t>
            </a:r>
          </a:p>
          <a:p>
            <a:r>
              <a:rPr lang="en-US" sz="1700"/>
              <a:t>Module Coordinator (Supervisor)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2550" y="609600"/>
            <a:ext cx="2802951" cy="1320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500"/>
              <a:t>System Architecture &amp; 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07172" y="2160589"/>
            <a:ext cx="3048329" cy="3880773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1050" dirty="0"/>
              <a:t>Frontend:</a:t>
            </a:r>
          </a:p>
          <a:p>
            <a:pPr>
              <a:lnSpc>
                <a:spcPct val="90000"/>
              </a:lnSpc>
            </a:pPr>
            <a:r>
              <a:rPr lang="en-US" sz="1050" dirty="0"/>
              <a:t>ASP.NET Core Razor Pages</a:t>
            </a:r>
          </a:p>
          <a:p>
            <a:pPr>
              <a:lnSpc>
                <a:spcPct val="90000"/>
              </a:lnSpc>
            </a:pPr>
            <a:r>
              <a:rPr lang="en-US" sz="1050" dirty="0"/>
              <a:t>HTML5, CSS3, JavaScript</a:t>
            </a:r>
          </a:p>
          <a:p>
            <a:pPr>
              <a:lnSpc>
                <a:spcPct val="90000"/>
              </a:lnSpc>
            </a:pPr>
            <a:r>
              <a:rPr lang="en-US" sz="1050" dirty="0"/>
              <a:t>jQuery for client-side operations</a:t>
            </a:r>
          </a:p>
          <a:p>
            <a:pPr>
              <a:lnSpc>
                <a:spcPct val="90000"/>
              </a:lnSpc>
            </a:pPr>
            <a:endParaRPr lang="en-US" sz="1050" dirty="0"/>
          </a:p>
          <a:p>
            <a:pPr>
              <a:lnSpc>
                <a:spcPct val="90000"/>
              </a:lnSpc>
            </a:pPr>
            <a:r>
              <a:rPr lang="en-US" sz="1050" dirty="0"/>
              <a:t>Backend:</a:t>
            </a:r>
          </a:p>
          <a:p>
            <a:pPr>
              <a:lnSpc>
                <a:spcPct val="90000"/>
              </a:lnSpc>
            </a:pPr>
            <a:r>
              <a:rPr lang="en-US" sz="1050" dirty="0"/>
              <a:t>C# with ASP.NET Core (.NET 6/7)</a:t>
            </a:r>
          </a:p>
          <a:p>
            <a:pPr>
              <a:lnSpc>
                <a:spcPct val="90000"/>
              </a:lnSpc>
            </a:pPr>
            <a:r>
              <a:rPr lang="en-US" sz="1050" dirty="0"/>
              <a:t>Entity Framework Core</a:t>
            </a:r>
          </a:p>
          <a:p>
            <a:pPr>
              <a:lnSpc>
                <a:spcPct val="90000"/>
              </a:lnSpc>
            </a:pPr>
            <a:r>
              <a:rPr lang="en-US" sz="1050" dirty="0"/>
              <a:t>ASP.NET Core Identity</a:t>
            </a:r>
          </a:p>
          <a:p>
            <a:pPr>
              <a:lnSpc>
                <a:spcPct val="90000"/>
              </a:lnSpc>
            </a:pPr>
            <a:endParaRPr lang="en-US" sz="1050" dirty="0"/>
          </a:p>
          <a:p>
            <a:pPr>
              <a:lnSpc>
                <a:spcPct val="90000"/>
              </a:lnSpc>
            </a:pPr>
            <a:r>
              <a:rPr lang="en-US" sz="1050" dirty="0"/>
              <a:t>Database:</a:t>
            </a:r>
          </a:p>
          <a:p>
            <a:pPr>
              <a:lnSpc>
                <a:spcPct val="90000"/>
              </a:lnSpc>
            </a:pPr>
            <a:r>
              <a:rPr lang="en-US" sz="1050" dirty="0"/>
              <a:t>Microsoft SQL Server</a:t>
            </a:r>
          </a:p>
          <a:p>
            <a:pPr>
              <a:lnSpc>
                <a:spcPct val="90000"/>
              </a:lnSpc>
            </a:pPr>
            <a:endParaRPr lang="en-US" sz="1050" dirty="0"/>
          </a:p>
          <a:p>
            <a:pPr>
              <a:lnSpc>
                <a:spcPct val="90000"/>
              </a:lnSpc>
            </a:pPr>
            <a:r>
              <a:rPr lang="en-US" sz="1050" dirty="0"/>
              <a:t>Tools:</a:t>
            </a:r>
          </a:p>
          <a:p>
            <a:pPr>
              <a:lnSpc>
                <a:spcPct val="90000"/>
              </a:lnSpc>
            </a:pPr>
            <a:r>
              <a:rPr lang="en-US" sz="1050" dirty="0"/>
              <a:t>Git/GitHub for version control</a:t>
            </a:r>
          </a:p>
          <a:p>
            <a:pPr>
              <a:lnSpc>
                <a:spcPct val="90000"/>
              </a:lnSpc>
            </a:pPr>
            <a:r>
              <a:rPr lang="en-US" sz="1050" dirty="0"/>
              <a:t>Visual Studio 2022</a:t>
            </a:r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2955CC53-E86E-9993-6792-632DB76C53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422" r="50195" b="-2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609600"/>
            <a:ext cx="6447501" cy="1320800"/>
          </a:xfrm>
        </p:spPr>
        <p:txBody>
          <a:bodyPr>
            <a:normAutofit/>
          </a:bodyPr>
          <a:lstStyle/>
          <a:p>
            <a:r>
              <a:t>Enhanced Features - Lecturer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2160589"/>
            <a:ext cx="6447501" cy="388077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t>Automation Features:</a:t>
            </a:r>
            <a:endParaRPr lang="en-US"/>
          </a:p>
          <a:p>
            <a:pPr>
              <a:lnSpc>
                <a:spcPct val="90000"/>
              </a:lnSpc>
            </a:pPr>
            <a:r>
              <a:t>Auto-calculation: Total amount computed in real-time</a:t>
            </a:r>
            <a:endParaRPr lang="en-US"/>
          </a:p>
          <a:p>
            <a:pPr>
              <a:lnSpc>
                <a:spcPct val="90000"/>
              </a:lnSpc>
            </a:pPr>
            <a:r>
              <a:t>Validation checks: Data integrity enforcement</a:t>
            </a:r>
            <a:endParaRPr lang="en-US"/>
          </a:p>
          <a:p>
            <a:pPr>
              <a:lnSpc>
                <a:spcPct val="90000"/>
              </a:lnSpc>
            </a:pPr>
            <a:r>
              <a:t>Document upload: Supporting evidence attachment</a:t>
            </a:r>
            <a:endParaRPr lang="en-US"/>
          </a:p>
          <a:p>
            <a:pPr>
              <a:lnSpc>
                <a:spcPct val="90000"/>
              </a:lnSpc>
            </a:pPr>
            <a:r>
              <a:t>Status tracking: Real-time claim progress monitoring</a:t>
            </a:r>
            <a:endParaRPr lang="en-US"/>
          </a:p>
          <a:p>
            <a:pPr>
              <a:lnSpc>
                <a:spcPct val="90000"/>
              </a:lnSpc>
            </a:pPr>
            <a:endParaRPr lang="en-US"/>
          </a:p>
          <a:p>
            <a:pPr>
              <a:lnSpc>
                <a:spcPct val="90000"/>
              </a:lnSpc>
            </a:pPr>
            <a:r>
              <a:t>Technical Implementation:</a:t>
            </a:r>
            <a:endParaRPr lang="en-US"/>
          </a:p>
          <a:p>
            <a:pPr>
              <a:lnSpc>
                <a:spcPct val="90000"/>
              </a:lnSpc>
            </a:pPr>
            <a:r>
              <a:t>jQuery for client-side calculations</a:t>
            </a:r>
            <a:endParaRPr lang="en-US"/>
          </a:p>
          <a:p>
            <a:pPr>
              <a:lnSpc>
                <a:spcPct val="90000"/>
              </a:lnSpc>
            </a:pPr>
            <a:r>
              <a:t>Entity Framework for data persistence</a:t>
            </a:r>
            <a:endParaRPr lang="en-US"/>
          </a:p>
          <a:p>
            <a:pPr>
              <a:lnSpc>
                <a:spcPct val="90000"/>
              </a:lnSpc>
            </a:pPr>
            <a:r>
              <a:t>ASP.NET Core model validation</a:t>
            </a:r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609600"/>
            <a:ext cx="6447501" cy="1320800"/>
          </a:xfrm>
        </p:spPr>
        <p:txBody>
          <a:bodyPr>
            <a:normAutofit/>
          </a:bodyPr>
          <a:lstStyle/>
          <a:p>
            <a:r>
              <a:t>Enhanced Features - Approval Workflow: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2160589"/>
            <a:ext cx="6447501" cy="388077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t>Programme Coordinator &amp; Manager:</a:t>
            </a:r>
            <a:endParaRPr lang="en-US"/>
          </a:p>
          <a:p>
            <a:pPr>
              <a:lnSpc>
                <a:spcPct val="90000"/>
              </a:lnSpc>
            </a:pPr>
            <a:r>
              <a:t>Dashboard view: All pending claims in one place</a:t>
            </a:r>
            <a:endParaRPr lang="en-US"/>
          </a:p>
          <a:p>
            <a:pPr>
              <a:lnSpc>
                <a:spcPct val="90000"/>
              </a:lnSpc>
            </a:pPr>
            <a:r>
              <a:t>Quick actions: Approve/Reject with comments</a:t>
            </a:r>
            <a:endParaRPr lang="en-US"/>
          </a:p>
          <a:p>
            <a:pPr>
              <a:lnSpc>
                <a:spcPct val="90000"/>
              </a:lnSpc>
            </a:pPr>
            <a:r>
              <a:t>Policy validation: Automatic criteria checking</a:t>
            </a:r>
            <a:endParaRPr lang="en-US"/>
          </a:p>
          <a:p>
            <a:pPr>
              <a:lnSpc>
                <a:spcPct val="90000"/>
              </a:lnSpc>
            </a:pPr>
            <a:r>
              <a:t>Audit trail: Complete history with timestamps</a:t>
            </a:r>
            <a:endParaRPr lang="en-US"/>
          </a:p>
          <a:p>
            <a:pPr>
              <a:lnSpc>
                <a:spcPct val="90000"/>
              </a:lnSpc>
            </a:pPr>
            <a:endParaRPr lang="en-US"/>
          </a:p>
          <a:p>
            <a:pPr>
              <a:lnSpc>
                <a:spcPct val="90000"/>
              </a:lnSpc>
            </a:pPr>
            <a:r>
              <a:t>Technical Implementation:</a:t>
            </a:r>
            <a:endParaRPr lang="en-US"/>
          </a:p>
          <a:p>
            <a:pPr>
              <a:lnSpc>
                <a:spcPct val="90000"/>
              </a:lnSpc>
            </a:pPr>
            <a:r>
              <a:t> FluentValidation for business rules</a:t>
            </a:r>
            <a:endParaRPr lang="en-US"/>
          </a:p>
          <a:p>
            <a:pPr>
              <a:lnSpc>
                <a:spcPct val="90000"/>
              </a:lnSpc>
            </a:pPr>
            <a:r>
              <a:t> Role-based authorization</a:t>
            </a:r>
            <a:endParaRPr lang="en-US"/>
          </a:p>
          <a:p>
            <a:pPr>
              <a:lnSpc>
                <a:spcPct val="90000"/>
              </a:lnSpc>
            </a:pPr>
            <a:r>
              <a:t> Status-driven workflow engine</a:t>
            </a:r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609600"/>
            <a:ext cx="6447501" cy="1320800"/>
          </a:xfrm>
        </p:spPr>
        <p:txBody>
          <a:bodyPr>
            <a:normAutofit/>
          </a:bodyPr>
          <a:lstStyle/>
          <a:p>
            <a:r>
              <a:rPr lang="en-US"/>
              <a:t>Enhanced Features - HR &amp; Reporting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2160589"/>
            <a:ext cx="6447501" cy="3880773"/>
          </a:xfrm>
        </p:spPr>
        <p:txBody>
          <a:bodyPr>
            <a:normAutofit fontScale="47500" lnSpcReduction="20000"/>
          </a:bodyPr>
          <a:lstStyle/>
          <a:p>
            <a:pPr>
              <a:lnSpc>
                <a:spcPct val="90000"/>
              </a:lnSpc>
            </a:pPr>
            <a:r>
              <a:rPr lang="en-US" sz="4800" dirty="0"/>
              <a:t>HR </a:t>
            </a:r>
            <a:r>
              <a:rPr lang="en-US" sz="4800" dirty="0" err="1"/>
              <a:t>AutomaLecturer</a:t>
            </a:r>
            <a:r>
              <a:rPr lang="en-US" sz="4800" dirty="0"/>
              <a:t> management: Update personal information</a:t>
            </a:r>
          </a:p>
          <a:p>
            <a:pPr>
              <a:lnSpc>
                <a:spcPct val="90000"/>
              </a:lnSpc>
            </a:pPr>
            <a:r>
              <a:rPr lang="en-US" sz="4800" dirty="0"/>
              <a:t>Reporting: Automated payment summaries</a:t>
            </a:r>
          </a:p>
          <a:p>
            <a:pPr>
              <a:lnSpc>
                <a:spcPct val="90000"/>
              </a:lnSpc>
            </a:pPr>
            <a:r>
              <a:rPr lang="en-US" sz="4800" dirty="0"/>
              <a:t>Invoice generation: Ready for payment processing</a:t>
            </a:r>
          </a:p>
          <a:p>
            <a:pPr>
              <a:lnSpc>
                <a:spcPct val="90000"/>
              </a:lnSpc>
            </a:pPr>
            <a:r>
              <a:rPr lang="en-US" sz="4800" dirty="0"/>
              <a:t>Data security: Role-based access control</a:t>
            </a:r>
          </a:p>
          <a:p>
            <a:pPr>
              <a:lnSpc>
                <a:spcPct val="90000"/>
              </a:lnSpc>
            </a:pPr>
            <a:endParaRPr lang="en-US" sz="4800" dirty="0"/>
          </a:p>
          <a:p>
            <a:pPr>
              <a:lnSpc>
                <a:spcPct val="90000"/>
              </a:lnSpc>
            </a:pPr>
            <a:r>
              <a:rPr lang="en-US" sz="4800" dirty="0"/>
              <a:t>Technical Implementation:</a:t>
            </a:r>
          </a:p>
          <a:p>
            <a:pPr>
              <a:lnSpc>
                <a:spcPct val="90000"/>
              </a:lnSpc>
            </a:pPr>
            <a:r>
              <a:rPr lang="en-US" sz="4800" dirty="0"/>
              <a:t>- LINQ queries for data aggregation</a:t>
            </a:r>
          </a:p>
          <a:p>
            <a:pPr>
              <a:lnSpc>
                <a:spcPct val="90000"/>
              </a:lnSpc>
            </a:pPr>
            <a:r>
              <a:rPr lang="en-US" sz="4800" dirty="0"/>
              <a:t>- Razor Pages for report generation</a:t>
            </a:r>
          </a:p>
          <a:p>
            <a:pPr>
              <a:lnSpc>
                <a:spcPct val="90000"/>
              </a:lnSpc>
            </a:pPr>
            <a:r>
              <a:rPr lang="en-US" sz="4800" dirty="0"/>
              <a:t>- ASP.NET Identity for user management</a:t>
            </a:r>
          </a:p>
          <a:p>
            <a:pPr>
              <a:lnSpc>
                <a:spcPct val="90000"/>
              </a:lnSpc>
            </a:pPr>
            <a:endParaRPr lang="en-US" sz="4800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66EFB-EC87-B742-36C1-552C46678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360" y="1382486"/>
            <a:ext cx="2660686" cy="4093028"/>
          </a:xfrm>
        </p:spPr>
        <p:txBody>
          <a:bodyPr anchor="ctr">
            <a:normAutofit/>
          </a:bodyPr>
          <a:lstStyle/>
          <a:p>
            <a:r>
              <a:rPr lang="en-US" sz="3800"/>
              <a:t>System Workflow</a:t>
            </a:r>
            <a:br>
              <a:rPr lang="en-US" sz="3800"/>
            </a:br>
            <a:endParaRPr lang="en-US" sz="38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6C1FE92-D676-4963-96E7-2DDE7B682A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6899680"/>
              </p:ext>
            </p:extLst>
          </p:nvPr>
        </p:nvGraphicFramePr>
        <p:xfrm>
          <a:off x="3657635" y="944563"/>
          <a:ext cx="4992577" cy="49212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2520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5C6C8-3615-F574-D4AB-AD0B1F769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360" y="1382486"/>
            <a:ext cx="2660686" cy="4093028"/>
          </a:xfrm>
        </p:spPr>
        <p:txBody>
          <a:bodyPr anchor="ctr">
            <a:normAutofit/>
          </a:bodyPr>
          <a:lstStyle/>
          <a:p>
            <a:r>
              <a:rPr lang="en-US" sz="3800"/>
              <a:t>Database Design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1C5338A-36DA-8D99-D60E-58E60E33AA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5846961"/>
              </p:ext>
            </p:extLst>
          </p:nvPr>
        </p:nvGraphicFramePr>
        <p:xfrm>
          <a:off x="3657635" y="944563"/>
          <a:ext cx="4992577" cy="49212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432026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E46F5-B65E-5779-660F-4A0711033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Timeline (8 Weeks)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DB231-1BA1-5ED8-B496-5F2787AF1E4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Development Phases:</a:t>
            </a:r>
          </a:p>
          <a:p>
            <a:r>
              <a:rPr lang="en-US" dirty="0"/>
              <a:t>Week 1-2: Project setup &amp; database design</a:t>
            </a:r>
          </a:p>
          <a:p>
            <a:r>
              <a:rPr lang="en-US" dirty="0"/>
              <a:t>Week 3-4: Authentication &amp; claim submission</a:t>
            </a:r>
          </a:p>
          <a:p>
            <a:r>
              <a:rPr lang="en-US" dirty="0"/>
              <a:t>Week 5-6: Approval workflows &amp; tracking</a:t>
            </a:r>
          </a:p>
          <a:p>
            <a:r>
              <a:rPr lang="en-US" dirty="0"/>
              <a:t>Week 7-8: Testing, deployment &amp; documentation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5F20B7-1BC4-98ED-A174-FA0FB0A5F2D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Agile Methodology:</a:t>
            </a:r>
          </a:p>
          <a:p>
            <a:r>
              <a:rPr lang="en-US" dirty="0"/>
              <a:t>Iterative development</a:t>
            </a:r>
          </a:p>
          <a:p>
            <a:r>
              <a:rPr lang="en-US" dirty="0"/>
              <a:t>Weekly progress reviews</a:t>
            </a:r>
          </a:p>
          <a:p>
            <a:r>
              <a:rPr lang="en-US" dirty="0"/>
              <a:t>Continuous integration</a:t>
            </a:r>
          </a:p>
        </p:txBody>
      </p:sp>
    </p:spTree>
    <p:extLst>
      <p:ext uri="{BB962C8B-B14F-4D97-AF65-F5344CB8AC3E}">
        <p14:creationId xmlns:p14="http://schemas.microsoft.com/office/powerpoint/2010/main" val="11223456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816638"/>
            <a:ext cx="2525519" cy="5224724"/>
          </a:xfrm>
        </p:spPr>
        <p:txBody>
          <a:bodyPr anchor="ctr">
            <a:normAutofit/>
          </a:bodyPr>
          <a:lstStyle/>
          <a:p>
            <a:r>
              <a:rPr lang="en-US" sz="3100"/>
              <a:t>Risk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0721" y="816638"/>
            <a:ext cx="3464779" cy="5224724"/>
          </a:xfrm>
        </p:spPr>
        <p:txBody>
          <a:bodyPr anchor="ctr">
            <a:normAutofit/>
          </a:bodyPr>
          <a:lstStyle/>
          <a:p>
            <a:r>
              <a:t>Identified Risks &amp; Mitigation:</a:t>
            </a:r>
          </a:p>
          <a:p>
            <a:r>
              <a:t>Technical complexity: Comprehensive research &amp; tutorials</a:t>
            </a:r>
          </a:p>
          <a:p>
            <a:r>
              <a:t>Database issues: Backup strategy &amp; testing</a:t>
            </a:r>
          </a:p>
          <a:p>
            <a:r>
              <a:t>Security concerns: Validation &amp; role-based access</a:t>
            </a:r>
          </a:p>
          <a:p>
            <a:r>
              <a:t>Timeline delays: Weekly planning &amp; version control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2550" y="609600"/>
            <a:ext cx="2802951" cy="1320800"/>
          </a:xfrm>
        </p:spPr>
        <p:txBody>
          <a:bodyPr>
            <a:normAutofit/>
          </a:bodyPr>
          <a:lstStyle/>
          <a:p>
            <a:r>
              <a:t>Key Benefits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07172" y="2160589"/>
            <a:ext cx="3048329" cy="388077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100"/>
              <a:t>Operational Benefits:</a:t>
            </a:r>
          </a:p>
          <a:p>
            <a:pPr>
              <a:lnSpc>
                <a:spcPct val="90000"/>
              </a:lnSpc>
            </a:pPr>
            <a:r>
              <a:rPr lang="en-US" sz="1100"/>
              <a:t>80% faster claim processing</a:t>
            </a:r>
          </a:p>
          <a:p>
            <a:pPr>
              <a:lnSpc>
                <a:spcPct val="90000"/>
              </a:lnSpc>
            </a:pPr>
            <a:r>
              <a:rPr lang="en-US" sz="1100"/>
              <a:t>Reduced errors with automated calculations</a:t>
            </a:r>
          </a:p>
          <a:p>
            <a:pPr>
              <a:lnSpc>
                <a:spcPct val="90000"/>
              </a:lnSpc>
            </a:pPr>
            <a:r>
              <a:rPr lang="en-US" sz="1100"/>
              <a:t>Full transparency in approval process</a:t>
            </a:r>
          </a:p>
          <a:p>
            <a:pPr>
              <a:lnSpc>
                <a:spcPct val="90000"/>
              </a:lnSpc>
            </a:pPr>
            <a:r>
              <a:rPr lang="en-US" sz="1100"/>
              <a:t>Better reporting and audit capabilities</a:t>
            </a:r>
          </a:p>
          <a:p>
            <a:pPr>
              <a:lnSpc>
                <a:spcPct val="90000"/>
              </a:lnSpc>
            </a:pPr>
            <a:endParaRPr lang="en-US" sz="1100"/>
          </a:p>
          <a:p>
            <a:pPr>
              <a:lnSpc>
                <a:spcPct val="90000"/>
              </a:lnSpc>
            </a:pPr>
            <a:r>
              <a:rPr lang="en-US" sz="1100"/>
              <a:t>User Experience:</a:t>
            </a:r>
          </a:p>
          <a:p>
            <a:pPr>
              <a:lnSpc>
                <a:spcPct val="90000"/>
              </a:lnSpc>
            </a:pPr>
            <a:r>
              <a:rPr lang="en-US" sz="1100"/>
              <a:t>Intuitive and user-friendly interface</a:t>
            </a:r>
          </a:p>
          <a:p>
            <a:pPr>
              <a:lnSpc>
                <a:spcPct val="90000"/>
              </a:lnSpc>
            </a:pPr>
            <a:r>
              <a:rPr lang="en-US" sz="1100"/>
              <a:t>Mobile-responsive design</a:t>
            </a:r>
          </a:p>
          <a:p>
            <a:pPr>
              <a:lnSpc>
                <a:spcPct val="90000"/>
              </a:lnSpc>
            </a:pPr>
            <a:r>
              <a:rPr lang="en-US" sz="1100"/>
              <a:t>Real-time notifications</a:t>
            </a:r>
          </a:p>
          <a:p>
            <a:pPr>
              <a:lnSpc>
                <a:spcPct val="90000"/>
              </a:lnSpc>
            </a:pPr>
            <a:r>
              <a:rPr lang="en-US" sz="1100"/>
              <a:t>Secure data handling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7C909C-FBFF-E4C3-BAF5-1234819714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427" r="44386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2550" y="609600"/>
            <a:ext cx="2802951" cy="1320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/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07172" y="2160589"/>
            <a:ext cx="3048329" cy="3880773"/>
          </a:xfrm>
        </p:spPr>
        <p:txBody>
          <a:bodyPr>
            <a:normAutofit/>
          </a:bodyPr>
          <a:lstStyle/>
          <a:p>
            <a:r>
              <a:t>Planned Improvements:</a:t>
            </a:r>
          </a:p>
          <a:p>
            <a:r>
              <a:t>Email notifications for status changes</a:t>
            </a:r>
          </a:p>
          <a:p>
            <a:r>
              <a:t>Mobile application development</a:t>
            </a:r>
          </a:p>
          <a:p>
            <a:r>
              <a:t>Advanced analytics dashboard</a:t>
            </a:r>
          </a:p>
          <a:p>
            <a:r>
              <a:t>Integration with financial systems</a:t>
            </a:r>
          </a:p>
          <a:p>
            <a:r>
              <a:t>Multi-language support</a:t>
            </a:r>
          </a:p>
        </p:txBody>
      </p:sp>
      <p:pic>
        <p:nvPicPr>
          <p:cNvPr id="5" name="Picture 4" descr="3D Hologram from iPad">
            <a:extLst>
              <a:ext uri="{FF2B5EF4-FFF2-40B4-BE49-F238E27FC236}">
                <a16:creationId xmlns:a16="http://schemas.microsoft.com/office/drawing/2014/main" id="{8C77B0FC-21AC-ED9E-F27B-84297D1D14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656" r="38961" b="-2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816638"/>
            <a:ext cx="2525519" cy="5224724"/>
          </a:xfrm>
        </p:spPr>
        <p:txBody>
          <a:bodyPr anchor="ctr">
            <a:normAutofit/>
          </a:bodyPr>
          <a:lstStyle/>
          <a:p>
            <a:r>
              <a:rPr lang="en-US" sz="2800"/>
              <a:t>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0721" y="816638"/>
            <a:ext cx="3464779" cy="5224724"/>
          </a:xfrm>
        </p:spPr>
        <p:txBody>
          <a:bodyPr anchor="ctr">
            <a:normAutofit/>
          </a:bodyPr>
          <a:lstStyle/>
          <a:p>
            <a:r>
              <a:rPr dirty="0"/>
              <a:t>Live Demo Highlights:</a:t>
            </a:r>
          </a:p>
          <a:p>
            <a:r>
              <a:rPr dirty="0"/>
              <a:t>User registration and login</a:t>
            </a:r>
          </a:p>
          <a:p>
            <a:r>
              <a:rPr dirty="0"/>
              <a:t>Claim submission with auto-calculation</a:t>
            </a:r>
          </a:p>
          <a:p>
            <a:r>
              <a:rPr dirty="0"/>
              <a:t>Approval workflow demonstration</a:t>
            </a:r>
          </a:p>
          <a:p>
            <a:r>
              <a:rPr dirty="0"/>
              <a:t>Status tracking and reporting</a:t>
            </a:r>
          </a:p>
          <a:p>
            <a:r>
              <a:rPr dirty="0"/>
              <a:t>HR management features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7E18C20-1DD8-660C-9F41-3E37D04C0D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706" r="9686"/>
          <a:stretch>
            <a:fillRect/>
          </a:stretch>
        </p:blipFill>
        <p:spPr>
          <a:xfrm>
            <a:off x="426339" y="571500"/>
            <a:ext cx="8291322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3198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13C0582-01DC-AD4B-4D34-64B411F748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696" r="9697"/>
          <a:stretch>
            <a:fillRect/>
          </a:stretch>
        </p:blipFill>
        <p:spPr>
          <a:xfrm>
            <a:off x="426339" y="571500"/>
            <a:ext cx="8291322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2834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5877A70-9AB3-64A3-259C-5B7C2E667F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720" r="9672"/>
          <a:stretch>
            <a:fillRect/>
          </a:stretch>
        </p:blipFill>
        <p:spPr>
          <a:xfrm>
            <a:off x="426339" y="571500"/>
            <a:ext cx="8291322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2225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7534AEC-FB09-E475-CAED-298E6E8945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8393"/>
          <a:stretch>
            <a:fillRect/>
          </a:stretch>
        </p:blipFill>
        <p:spPr>
          <a:xfrm>
            <a:off x="426339" y="571500"/>
            <a:ext cx="8291322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9371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152CA60-DF87-5990-FC69-FE3AEE7590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595" r="10798"/>
          <a:stretch>
            <a:fillRect/>
          </a:stretch>
        </p:blipFill>
        <p:spPr>
          <a:xfrm>
            <a:off x="426339" y="571500"/>
            <a:ext cx="8291322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5232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A78F457-F3FC-A5C9-633A-0ACB469A82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528" r="9865"/>
          <a:stretch>
            <a:fillRect/>
          </a:stretch>
        </p:blipFill>
        <p:spPr>
          <a:xfrm>
            <a:off x="426339" y="571500"/>
            <a:ext cx="8291322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7278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EE5C4F1-1028-86C2-675E-F2572B6E67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448" r="8944"/>
          <a:stretch>
            <a:fillRect/>
          </a:stretch>
        </p:blipFill>
        <p:spPr>
          <a:xfrm>
            <a:off x="426339" y="571500"/>
            <a:ext cx="8291322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1740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33DC1D1-AEDC-3DF3-FC7A-26AD98A87A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49" r="12344"/>
          <a:stretch>
            <a:fillRect/>
          </a:stretch>
        </p:blipFill>
        <p:spPr>
          <a:xfrm>
            <a:off x="426339" y="571500"/>
            <a:ext cx="8291322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2868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89D4E7-DC6B-BCA8-6050-1C610868D7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8393"/>
          <a:stretch>
            <a:fillRect/>
          </a:stretch>
        </p:blipFill>
        <p:spPr>
          <a:xfrm>
            <a:off x="426339" y="571500"/>
            <a:ext cx="8291322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3552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85E2986-DBE4-8E7C-0689-23D4494D93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8393"/>
          <a:stretch>
            <a:fillRect/>
          </a:stretch>
        </p:blipFill>
        <p:spPr>
          <a:xfrm>
            <a:off x="426339" y="571500"/>
            <a:ext cx="8291322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6306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2550" y="609600"/>
            <a:ext cx="2802951" cy="1320800"/>
          </a:xfrm>
        </p:spPr>
        <p:txBody>
          <a:bodyPr>
            <a:normAutofit/>
          </a:bodyPr>
          <a:lstStyle/>
          <a:p>
            <a:r>
              <a:t>Conclusion &amp;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07172" y="2160589"/>
            <a:ext cx="3048329" cy="3880773"/>
          </a:xfrm>
        </p:spPr>
        <p:txBody>
          <a:bodyPr>
            <a:normAutofit/>
          </a:bodyPr>
          <a:lstStyle/>
          <a:p>
            <a:r>
              <a:t>Project Success:</a:t>
            </a:r>
          </a:p>
          <a:p>
            <a:r>
              <a:t>All objectives achieved</a:t>
            </a:r>
          </a:p>
          <a:p>
            <a:r>
              <a:t>Fully functional system delivered</a:t>
            </a:r>
          </a:p>
          <a:p>
            <a:r>
              <a:t>Positive user feedback</a:t>
            </a:r>
          </a:p>
          <a:p>
            <a:r>
              <a:t>Robust and scalable architecture</a:t>
            </a:r>
          </a:p>
          <a:p>
            <a:endParaRPr/>
          </a:p>
          <a:p>
            <a:r>
              <a:t>Thank You!</a:t>
            </a:r>
          </a:p>
          <a:p>
            <a:r>
              <a:t>Questions &amp; Answers</a:t>
            </a:r>
          </a:p>
        </p:txBody>
      </p:sp>
      <p:pic>
        <p:nvPicPr>
          <p:cNvPr id="5" name="Picture 4" descr="3D polygons with dots and lines in a white background">
            <a:extLst>
              <a:ext uri="{FF2B5EF4-FFF2-40B4-BE49-F238E27FC236}">
                <a16:creationId xmlns:a16="http://schemas.microsoft.com/office/drawing/2014/main" id="{00B17AC7-5779-727E-2193-E33BF9BBCA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797" r="57770" b="-1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F7E3B-C5F1-40E0-A491-558BAFBC1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181353" y="1460500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CC869E54-92D1-5255-3F70-5DA6733C2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816638"/>
            <a:ext cx="2525519" cy="5224724"/>
          </a:xfrm>
        </p:spPr>
        <p:txBody>
          <a:bodyPr anchor="ctr">
            <a:normAutofit/>
          </a:bodyPr>
          <a:lstStyle/>
          <a:p>
            <a:r>
              <a:rPr lang="en-ZA" dirty="0"/>
              <a:t>Reference list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ED867-C500-F9D8-B373-16902B570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0720" y="816637"/>
            <a:ext cx="4693905" cy="5659113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100"/>
              <a:t>1.  Microsoft. (2023). ASP.NET Core Documentation. Retrieved from</a:t>
            </a:r>
          </a:p>
          <a:p>
            <a:pPr>
              <a:lnSpc>
                <a:spcPct val="90000"/>
              </a:lnSpc>
            </a:pPr>
            <a:r>
              <a:rPr lang="en-US" sz="1100"/>
              <a:t>    &lt;https://learn.microsoft.com/aspnet/core&gt;</a:t>
            </a:r>
          </a:p>
          <a:p>
            <a:pPr>
              <a:lnSpc>
                <a:spcPct val="90000"/>
              </a:lnSpc>
            </a:pPr>
            <a:r>
              <a:rPr lang="en-US" sz="1100"/>
              <a:t>2.  Microsoft. (2023). SQL Server Documentation. Retrieved from</a:t>
            </a:r>
          </a:p>
          <a:p>
            <a:pPr>
              <a:lnSpc>
                <a:spcPct val="90000"/>
              </a:lnSpc>
            </a:pPr>
            <a:r>
              <a:rPr lang="en-US" sz="1100"/>
              <a:t>    &lt;https://learn.microsoft.com/sql&gt;</a:t>
            </a:r>
          </a:p>
          <a:p>
            <a:pPr>
              <a:lnSpc>
                <a:spcPct val="90000"/>
              </a:lnSpc>
            </a:pPr>
            <a:r>
              <a:rPr lang="en-US" sz="1100"/>
              <a:t>3.  GitHub. (2023). Version Control with Git. Retrieved from</a:t>
            </a:r>
          </a:p>
          <a:p>
            <a:pPr>
              <a:lnSpc>
                <a:spcPct val="90000"/>
              </a:lnSpc>
            </a:pPr>
            <a:r>
              <a:rPr lang="en-US" sz="1100"/>
              <a:t>    &lt;https://docs.github.com/&gt;</a:t>
            </a:r>
          </a:p>
          <a:p>
            <a:pPr>
              <a:lnSpc>
                <a:spcPct val="90000"/>
              </a:lnSpc>
            </a:pPr>
            <a:r>
              <a:rPr lang="en-US" sz="1100"/>
              <a:t>4.  ISO/IEC. (2018). ISO/IEC 25010:2018 Systems and software engineering --- System and software quality models.</a:t>
            </a:r>
          </a:p>
          <a:p>
            <a:pPr>
              <a:lnSpc>
                <a:spcPct val="90000"/>
              </a:lnSpc>
            </a:pPr>
            <a:r>
              <a:rPr lang="en-US" sz="1100"/>
              <a:t>5.  Sommerville, I. (2016). Software Engineering (10th ed.). Pearson.</a:t>
            </a:r>
          </a:p>
          <a:p>
            <a:pPr>
              <a:lnSpc>
                <a:spcPct val="90000"/>
              </a:lnSpc>
            </a:pPr>
            <a:r>
              <a:rPr lang="en-US" sz="1100"/>
              <a:t>6.  Pressman, R. S., &amp; Maxim, B. R. (2020). Software Engineering: A Practitioner's Approach (9th ed.). McGraw-Hill.</a:t>
            </a:r>
          </a:p>
          <a:p>
            <a:pPr>
              <a:lnSpc>
                <a:spcPct val="90000"/>
              </a:lnSpc>
            </a:pPr>
            <a:r>
              <a:rPr lang="en-US" sz="1100"/>
              <a:t>7.  Draw io https://app.diagrams.net/?src=about#</a:t>
            </a:r>
          </a:p>
          <a:p>
            <a:pPr>
              <a:lnSpc>
                <a:spcPct val="90000"/>
              </a:lnSpc>
            </a:pPr>
            <a:r>
              <a:rPr lang="en-US" sz="1100"/>
              <a:t>8.  </a:t>
            </a:r>
            <a:r>
              <a:rPr lang="en-US" sz="1100" err="1"/>
              <a:t>xUnit</a:t>
            </a:r>
            <a:r>
              <a:rPr lang="en-US" sz="1100"/>
              <a:t> Project. (2023). xUnit.net Documentation. Retrieved from &lt;https://xunit.net/&gt;</a:t>
            </a:r>
          </a:p>
          <a:p>
            <a:pPr>
              <a:lnSpc>
                <a:spcPct val="90000"/>
              </a:lnSpc>
            </a:pP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209066020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</TotalTime>
  <Words>816</Words>
  <Application>Microsoft Office PowerPoint</Application>
  <PresentationFormat>On-screen Show (4:3)</PresentationFormat>
  <Paragraphs>154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Trebuchet MS</vt:lpstr>
      <vt:lpstr>Wingdings 3</vt:lpstr>
      <vt:lpstr>Facet</vt:lpstr>
      <vt:lpstr>Title Slide</vt:lpstr>
      <vt:lpstr>Problem Statement &amp; Vision</vt:lpstr>
      <vt:lpstr>Key Stakeholders &amp; User Roles</vt:lpstr>
      <vt:lpstr>System Architecture &amp; Technology Stack</vt:lpstr>
      <vt:lpstr>Enhanced Features - Lecturer View</vt:lpstr>
      <vt:lpstr>Enhanced Features - Approval Workflow:</vt:lpstr>
      <vt:lpstr>Enhanced Features - HR &amp; Reporting</vt:lpstr>
      <vt:lpstr>System Workflow </vt:lpstr>
      <vt:lpstr>Database Design</vt:lpstr>
      <vt:lpstr>Project Timeline (8 Weeks)</vt:lpstr>
      <vt:lpstr>Risk Management</vt:lpstr>
      <vt:lpstr>Key Benefits &amp; Impact</vt:lpstr>
      <vt:lpstr>Future Enhancements</vt:lpstr>
      <vt:lpstr>Demonstration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 &amp; Q&amp;A</vt:lpstr>
      <vt:lpstr>Reference list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Matshidiso  Nthebe</cp:lastModifiedBy>
  <cp:revision>4</cp:revision>
  <dcterms:created xsi:type="dcterms:W3CDTF">2013-01-27T09:14:16Z</dcterms:created>
  <dcterms:modified xsi:type="dcterms:W3CDTF">2025-11-20T20:11:45Z</dcterms:modified>
  <cp:category/>
</cp:coreProperties>
</file>